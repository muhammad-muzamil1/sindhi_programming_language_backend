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65" r:id="rId3"/>
    <p:sldId id="257" r:id="rId4"/>
    <p:sldId id="268" r:id="rId5"/>
    <p:sldId id="266" r:id="rId6"/>
    <p:sldId id="269" r:id="rId7"/>
    <p:sldId id="267" r:id="rId8"/>
    <p:sldId id="258" r:id="rId9"/>
    <p:sldId id="259" r:id="rId10"/>
    <p:sldId id="260" r:id="rId11"/>
    <p:sldId id="270" r:id="rId12"/>
    <p:sldId id="261" r:id="rId13"/>
    <p:sldId id="271" r:id="rId14"/>
    <p:sldId id="272" r:id="rId15"/>
    <p:sldId id="273" r:id="rId16"/>
    <p:sldId id="274" r:id="rId17"/>
    <p:sldId id="262" r:id="rId18"/>
    <p:sldId id="263" r:id="rId19"/>
    <p:sldId id="275" r:id="rId20"/>
    <p:sldId id="264"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80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Muzamil" userId="85802257a49ad561" providerId="LiveId" clId="{0EDA4B87-0919-429D-91C2-6BEAB4B87FF7}"/>
    <pc:docChg chg="undo custSel addSld delSld modSld">
      <pc:chgData name="Muhammad Muzamil" userId="85802257a49ad561" providerId="LiveId" clId="{0EDA4B87-0919-429D-91C2-6BEAB4B87FF7}" dt="2026-08-20T13:42:55.391" v="1165" actId="1076"/>
      <pc:docMkLst>
        <pc:docMk/>
      </pc:docMkLst>
      <pc:sldChg chg="modSp mod">
        <pc:chgData name="Muhammad Muzamil" userId="85802257a49ad561" providerId="LiveId" clId="{0EDA4B87-0919-429D-91C2-6BEAB4B87FF7}" dt="2026-08-20T09:58:50.953" v="116" actId="20577"/>
        <pc:sldMkLst>
          <pc:docMk/>
          <pc:sldMk cId="0" sldId="256"/>
        </pc:sldMkLst>
        <pc:spChg chg="mod">
          <ac:chgData name="Muhammad Muzamil" userId="85802257a49ad561" providerId="LiveId" clId="{0EDA4B87-0919-429D-91C2-6BEAB4B87FF7}" dt="2026-08-20T09:58:50.953" v="116" actId="20577"/>
          <ac:spMkLst>
            <pc:docMk/>
            <pc:sldMk cId="0" sldId="256"/>
            <ac:spMk id="4" creationId="{00000000-0000-0000-0000-000000000000}"/>
          </ac:spMkLst>
        </pc:spChg>
        <pc:spChg chg="mod">
          <ac:chgData name="Muhammad Muzamil" userId="85802257a49ad561" providerId="LiveId" clId="{0EDA4B87-0919-429D-91C2-6BEAB4B87FF7}" dt="2026-08-20T09:37:45.376" v="74" actId="20577"/>
          <ac:spMkLst>
            <pc:docMk/>
            <pc:sldMk cId="0" sldId="256"/>
            <ac:spMk id="5" creationId="{00000000-0000-0000-0000-000000000000}"/>
          </ac:spMkLst>
        </pc:spChg>
      </pc:sldChg>
      <pc:sldChg chg="addSp delSp modSp mod">
        <pc:chgData name="Muhammad Muzamil" userId="85802257a49ad561" providerId="LiveId" clId="{0EDA4B87-0919-429D-91C2-6BEAB4B87FF7}" dt="2026-08-20T13:37:14.871" v="1062" actId="123"/>
        <pc:sldMkLst>
          <pc:docMk/>
          <pc:sldMk cId="0" sldId="257"/>
        </pc:sldMkLst>
        <pc:spChg chg="del">
          <ac:chgData name="Muhammad Muzamil" userId="85802257a49ad561" providerId="LiveId" clId="{0EDA4B87-0919-429D-91C2-6BEAB4B87FF7}" dt="2026-08-20T09:54:47.303" v="82" actId="478"/>
          <ac:spMkLst>
            <pc:docMk/>
            <pc:sldMk cId="0" sldId="257"/>
            <ac:spMk id="2" creationId="{00000000-0000-0000-0000-000000000000}"/>
          </ac:spMkLst>
        </pc:spChg>
        <pc:spChg chg="add mod">
          <ac:chgData name="Muhammad Muzamil" userId="85802257a49ad561" providerId="LiveId" clId="{0EDA4B87-0919-429D-91C2-6BEAB4B87FF7}" dt="2026-08-20T12:17:30.439" v="389"/>
          <ac:spMkLst>
            <pc:docMk/>
            <pc:sldMk cId="0" sldId="257"/>
            <ac:spMk id="2" creationId="{A5679CA0-C410-68CF-9326-7FCCA31C1BF2}"/>
          </ac:spMkLst>
        </pc:spChg>
        <pc:spChg chg="del">
          <ac:chgData name="Muhammad Muzamil" userId="85802257a49ad561" providerId="LiveId" clId="{0EDA4B87-0919-429D-91C2-6BEAB4B87FF7}" dt="2026-08-20T09:54:47.303" v="82" actId="478"/>
          <ac:spMkLst>
            <pc:docMk/>
            <pc:sldMk cId="0" sldId="257"/>
            <ac:spMk id="5" creationId="{00000000-0000-0000-0000-000000000000}"/>
          </ac:spMkLst>
        </pc:spChg>
        <pc:spChg chg="del">
          <ac:chgData name="Muhammad Muzamil" userId="85802257a49ad561" providerId="LiveId" clId="{0EDA4B87-0919-429D-91C2-6BEAB4B87FF7}" dt="2026-08-20T09:54:47.303" v="82" actId="478"/>
          <ac:spMkLst>
            <pc:docMk/>
            <pc:sldMk cId="0" sldId="257"/>
            <ac:spMk id="6" creationId="{00000000-0000-0000-0000-000000000000}"/>
          </ac:spMkLst>
        </pc:spChg>
        <pc:spChg chg="del">
          <ac:chgData name="Muhammad Muzamil" userId="85802257a49ad561" providerId="LiveId" clId="{0EDA4B87-0919-429D-91C2-6BEAB4B87FF7}" dt="2026-08-20T09:54:47.303" v="82" actId="478"/>
          <ac:spMkLst>
            <pc:docMk/>
            <pc:sldMk cId="0" sldId="257"/>
            <ac:spMk id="7" creationId="{00000000-0000-0000-0000-000000000000}"/>
          </ac:spMkLst>
        </pc:spChg>
        <pc:spChg chg="del">
          <ac:chgData name="Muhammad Muzamil" userId="85802257a49ad561" providerId="LiveId" clId="{0EDA4B87-0919-429D-91C2-6BEAB4B87FF7}" dt="2026-08-20T09:54:47.303" v="82" actId="478"/>
          <ac:spMkLst>
            <pc:docMk/>
            <pc:sldMk cId="0" sldId="257"/>
            <ac:spMk id="8" creationId="{00000000-0000-0000-0000-000000000000}"/>
          </ac:spMkLst>
        </pc:spChg>
        <pc:spChg chg="del">
          <ac:chgData name="Muhammad Muzamil" userId="85802257a49ad561" providerId="LiveId" clId="{0EDA4B87-0919-429D-91C2-6BEAB4B87FF7}" dt="2026-08-20T09:54:47.303" v="82" actId="478"/>
          <ac:spMkLst>
            <pc:docMk/>
            <pc:sldMk cId="0" sldId="257"/>
            <ac:spMk id="9" creationId="{00000000-0000-0000-0000-000000000000}"/>
          </ac:spMkLst>
        </pc:spChg>
        <pc:spChg chg="del">
          <ac:chgData name="Muhammad Muzamil" userId="85802257a49ad561" providerId="LiveId" clId="{0EDA4B87-0919-429D-91C2-6BEAB4B87FF7}" dt="2026-08-20T09:54:47.303" v="82" actId="478"/>
          <ac:spMkLst>
            <pc:docMk/>
            <pc:sldMk cId="0" sldId="257"/>
            <ac:spMk id="12" creationId="{00000000-0000-0000-0000-000000000000}"/>
          </ac:spMkLst>
        </pc:spChg>
        <pc:spChg chg="del">
          <ac:chgData name="Muhammad Muzamil" userId="85802257a49ad561" providerId="LiveId" clId="{0EDA4B87-0919-429D-91C2-6BEAB4B87FF7}" dt="2026-08-20T09:54:47.303" v="82" actId="478"/>
          <ac:spMkLst>
            <pc:docMk/>
            <pc:sldMk cId="0" sldId="257"/>
            <ac:spMk id="13" creationId="{00000000-0000-0000-0000-000000000000}"/>
          </ac:spMkLst>
        </pc:spChg>
        <pc:spChg chg="mod">
          <ac:chgData name="Muhammad Muzamil" userId="85802257a49ad561" providerId="LiveId" clId="{0EDA4B87-0919-429D-91C2-6BEAB4B87FF7}" dt="2026-08-20T09:17:29.770" v="62" actId="20577"/>
          <ac:spMkLst>
            <pc:docMk/>
            <pc:sldMk cId="0" sldId="257"/>
            <ac:spMk id="15" creationId="{00000000-0000-0000-0000-000000000000}"/>
          </ac:spMkLst>
        </pc:spChg>
        <pc:spChg chg="del mod">
          <ac:chgData name="Muhammad Muzamil" userId="85802257a49ad561" providerId="LiveId" clId="{0EDA4B87-0919-429D-91C2-6BEAB4B87FF7}" dt="2026-08-20T09:54:47.303" v="82" actId="478"/>
          <ac:spMkLst>
            <pc:docMk/>
            <pc:sldMk cId="0" sldId="257"/>
            <ac:spMk id="16" creationId="{00000000-0000-0000-0000-000000000000}"/>
          </ac:spMkLst>
        </pc:spChg>
        <pc:spChg chg="mod">
          <ac:chgData name="Muhammad Muzamil" userId="85802257a49ad561" providerId="LiveId" clId="{0EDA4B87-0919-429D-91C2-6BEAB4B87FF7}" dt="2026-08-20T09:17:12.540" v="59" actId="20577"/>
          <ac:spMkLst>
            <pc:docMk/>
            <pc:sldMk cId="0" sldId="257"/>
            <ac:spMk id="19" creationId="{00000000-0000-0000-0000-000000000000}"/>
          </ac:spMkLst>
        </pc:spChg>
        <pc:spChg chg="del">
          <ac:chgData name="Muhammad Muzamil" userId="85802257a49ad561" providerId="LiveId" clId="{0EDA4B87-0919-429D-91C2-6BEAB4B87FF7}" dt="2026-08-20T09:54:47.303" v="82" actId="478"/>
          <ac:spMkLst>
            <pc:docMk/>
            <pc:sldMk cId="0" sldId="257"/>
            <ac:spMk id="20" creationId="{00000000-0000-0000-0000-000000000000}"/>
          </ac:spMkLst>
        </pc:spChg>
        <pc:spChg chg="mod">
          <ac:chgData name="Muhammad Muzamil" userId="85802257a49ad561" providerId="LiveId" clId="{0EDA4B87-0919-429D-91C2-6BEAB4B87FF7}" dt="2026-08-20T09:54:19.926" v="81" actId="6549"/>
          <ac:spMkLst>
            <pc:docMk/>
            <pc:sldMk cId="0" sldId="257"/>
            <ac:spMk id="23" creationId="{00000000-0000-0000-0000-000000000000}"/>
          </ac:spMkLst>
        </pc:spChg>
        <pc:spChg chg="add mod">
          <ac:chgData name="Muhammad Muzamil" userId="85802257a49ad561" providerId="LiveId" clId="{0EDA4B87-0919-429D-91C2-6BEAB4B87FF7}" dt="2026-08-20T09:54:04.013" v="75"/>
          <ac:spMkLst>
            <pc:docMk/>
            <pc:sldMk cId="0" sldId="257"/>
            <ac:spMk id="25" creationId="{4E36CF1D-3C36-EAC0-7A3A-B0D28BC31ED5}"/>
          </ac:spMkLst>
        </pc:spChg>
        <pc:spChg chg="add mod">
          <ac:chgData name="Muhammad Muzamil" userId="85802257a49ad561" providerId="LiveId" clId="{0EDA4B87-0919-429D-91C2-6BEAB4B87FF7}" dt="2026-08-20T09:54:14.692" v="77"/>
          <ac:spMkLst>
            <pc:docMk/>
            <pc:sldMk cId="0" sldId="257"/>
            <ac:spMk id="26" creationId="{707B183E-7BCE-F4B1-B178-1ECDD7922304}"/>
          </ac:spMkLst>
        </pc:spChg>
        <pc:spChg chg="add mod">
          <ac:chgData name="Muhammad Muzamil" userId="85802257a49ad561" providerId="LiveId" clId="{0EDA4B87-0919-429D-91C2-6BEAB4B87FF7}" dt="2026-08-20T09:54:18.102" v="79"/>
          <ac:spMkLst>
            <pc:docMk/>
            <pc:sldMk cId="0" sldId="257"/>
            <ac:spMk id="27" creationId="{FE25CD4F-E29E-6100-0502-13DD04FB2245}"/>
          </ac:spMkLst>
        </pc:spChg>
        <pc:spChg chg="add mod">
          <ac:chgData name="Muhammad Muzamil" userId="85802257a49ad561" providerId="LiveId" clId="{0EDA4B87-0919-429D-91C2-6BEAB4B87FF7}" dt="2026-08-20T09:54:48.062" v="83"/>
          <ac:spMkLst>
            <pc:docMk/>
            <pc:sldMk cId="0" sldId="257"/>
            <ac:spMk id="28" creationId="{ABCC1EF0-23FA-CB79-6B08-D7A88DA7C8C1}"/>
          </ac:spMkLst>
        </pc:spChg>
        <pc:spChg chg="mod">
          <ac:chgData name="Muhammad Muzamil" userId="85802257a49ad561" providerId="LiveId" clId="{0EDA4B87-0919-429D-91C2-6BEAB4B87FF7}" dt="2026-08-20T12:21:53.030" v="420" actId="14100"/>
          <ac:spMkLst>
            <pc:docMk/>
            <pc:sldMk cId="0" sldId="257"/>
            <ac:spMk id="31" creationId="{9F824262-009F-60A5-DFFA-4B7755EB2A99}"/>
          </ac:spMkLst>
        </pc:spChg>
        <pc:spChg chg="mod">
          <ac:chgData name="Muhammad Muzamil" userId="85802257a49ad561" providerId="LiveId" clId="{0EDA4B87-0919-429D-91C2-6BEAB4B87FF7}" dt="2026-08-20T12:22:02.912" v="422" actId="14100"/>
          <ac:spMkLst>
            <pc:docMk/>
            <pc:sldMk cId="0" sldId="257"/>
            <ac:spMk id="32" creationId="{5E077489-EBCC-45B4-744D-299A3BB7BD15}"/>
          </ac:spMkLst>
        </pc:spChg>
        <pc:spChg chg="add mod">
          <ac:chgData name="Muhammad Muzamil" userId="85802257a49ad561" providerId="LiveId" clId="{0EDA4B87-0919-429D-91C2-6BEAB4B87FF7}" dt="2026-08-20T12:17:58.243" v="399" actId="255"/>
          <ac:spMkLst>
            <pc:docMk/>
            <pc:sldMk cId="0" sldId="257"/>
            <ac:spMk id="33" creationId="{003C41A2-F0D6-CF15-9B5C-1CD4378927A5}"/>
          </ac:spMkLst>
        </pc:spChg>
        <pc:spChg chg="add mod">
          <ac:chgData name="Muhammad Muzamil" userId="85802257a49ad561" providerId="LiveId" clId="{0EDA4B87-0919-429D-91C2-6BEAB4B87FF7}" dt="2026-08-20T13:37:11.639" v="1061" actId="123"/>
          <ac:spMkLst>
            <pc:docMk/>
            <pc:sldMk cId="0" sldId="257"/>
            <ac:spMk id="34" creationId="{2AE7565C-6273-F721-F44C-6E5D4AAE91FA}"/>
          </ac:spMkLst>
        </pc:spChg>
        <pc:spChg chg="add del mod">
          <ac:chgData name="Muhammad Muzamil" userId="85802257a49ad561" providerId="LiveId" clId="{0EDA4B87-0919-429D-91C2-6BEAB4B87FF7}" dt="2026-08-20T12:16:35.394" v="367" actId="478"/>
          <ac:spMkLst>
            <pc:docMk/>
            <pc:sldMk cId="0" sldId="257"/>
            <ac:spMk id="35" creationId="{A37150E9-E3B0-D9F6-05E1-4CF76D6A3505}"/>
          </ac:spMkLst>
        </pc:spChg>
        <pc:spChg chg="del">
          <ac:chgData name="Muhammad Muzamil" userId="85802257a49ad561" providerId="LiveId" clId="{0EDA4B87-0919-429D-91C2-6BEAB4B87FF7}" dt="2026-08-20T12:16:37.289" v="372" actId="478"/>
          <ac:spMkLst>
            <pc:docMk/>
            <pc:sldMk cId="0" sldId="257"/>
            <ac:spMk id="36" creationId="{87EB4C88-37EB-1597-B837-3FBAE88F9D9B}"/>
          </ac:spMkLst>
        </pc:spChg>
        <pc:spChg chg="del mod">
          <ac:chgData name="Muhammad Muzamil" userId="85802257a49ad561" providerId="LiveId" clId="{0EDA4B87-0919-429D-91C2-6BEAB4B87FF7}" dt="2026-08-20T12:16:35.394" v="371"/>
          <ac:spMkLst>
            <pc:docMk/>
            <pc:sldMk cId="0" sldId="257"/>
            <ac:spMk id="37" creationId="{EB9B0491-6D5E-33BF-9F36-2DEF1C653074}"/>
          </ac:spMkLst>
        </pc:spChg>
        <pc:spChg chg="add del mod">
          <ac:chgData name="Muhammad Muzamil" userId="85802257a49ad561" providerId="LiveId" clId="{0EDA4B87-0919-429D-91C2-6BEAB4B87FF7}" dt="2026-08-20T12:16:35.394" v="369"/>
          <ac:spMkLst>
            <pc:docMk/>
            <pc:sldMk cId="0" sldId="257"/>
            <ac:spMk id="38" creationId="{85BFEDFF-E817-55AE-7A65-EF08854BD8B5}"/>
          </ac:spMkLst>
        </pc:spChg>
        <pc:spChg chg="add del mod">
          <ac:chgData name="Muhammad Muzamil" userId="85802257a49ad561" providerId="LiveId" clId="{0EDA4B87-0919-429D-91C2-6BEAB4B87FF7}" dt="2026-08-20T12:22:30.710" v="425" actId="1076"/>
          <ac:spMkLst>
            <pc:docMk/>
            <pc:sldMk cId="0" sldId="257"/>
            <ac:spMk id="39" creationId="{496AD3CD-B763-BC8B-F490-9E06055E7C24}"/>
          </ac:spMkLst>
        </pc:spChg>
        <pc:spChg chg="add del mod">
          <ac:chgData name="Muhammad Muzamil" userId="85802257a49ad561" providerId="LiveId" clId="{0EDA4B87-0919-429D-91C2-6BEAB4B87FF7}" dt="2026-08-20T12:22:40.977" v="428" actId="14100"/>
          <ac:spMkLst>
            <pc:docMk/>
            <pc:sldMk cId="0" sldId="257"/>
            <ac:spMk id="40" creationId="{58FB120B-28A8-988C-B104-76FC172EA7F4}"/>
          </ac:spMkLst>
        </pc:spChg>
        <pc:spChg chg="add del mod">
          <ac:chgData name="Muhammad Muzamil" userId="85802257a49ad561" providerId="LiveId" clId="{0EDA4B87-0919-429D-91C2-6BEAB4B87FF7}" dt="2026-08-20T12:18:58.870" v="411" actId="20577"/>
          <ac:spMkLst>
            <pc:docMk/>
            <pc:sldMk cId="0" sldId="257"/>
            <ac:spMk id="41" creationId="{A5679CA0-C410-68CF-9326-7FCCA31C1BF2}"/>
          </ac:spMkLst>
        </pc:spChg>
        <pc:spChg chg="add del mod">
          <ac:chgData name="Muhammad Muzamil" userId="85802257a49ad561" providerId="LiveId" clId="{0EDA4B87-0919-429D-91C2-6BEAB4B87FF7}" dt="2026-08-20T13:37:14.871" v="1062" actId="123"/>
          <ac:spMkLst>
            <pc:docMk/>
            <pc:sldMk cId="0" sldId="257"/>
            <ac:spMk id="42" creationId="{A8B23A1C-22A7-C365-13BA-ABE0C68F19D0}"/>
          </ac:spMkLst>
        </pc:spChg>
        <pc:spChg chg="add del mod">
          <ac:chgData name="Muhammad Muzamil" userId="85802257a49ad561" providerId="LiveId" clId="{0EDA4B87-0919-429D-91C2-6BEAB4B87FF7}" dt="2026-08-20T12:16:39.066" v="373" actId="478"/>
          <ac:spMkLst>
            <pc:docMk/>
            <pc:sldMk cId="0" sldId="257"/>
            <ac:spMk id="43" creationId="{3485490C-2CFC-2C9C-CE31-FF74FB9DFABC}"/>
          </ac:spMkLst>
        </pc:spChg>
        <pc:spChg chg="add del">
          <ac:chgData name="Muhammad Muzamil" userId="85802257a49ad561" providerId="LiveId" clId="{0EDA4B87-0919-429D-91C2-6BEAB4B87FF7}" dt="2026-08-20T12:16:40.908" v="374" actId="478"/>
          <ac:spMkLst>
            <pc:docMk/>
            <pc:sldMk cId="0" sldId="257"/>
            <ac:spMk id="44" creationId="{59C40F47-1760-99DD-7CED-F77EAC3D3FC0}"/>
          </ac:spMkLst>
        </pc:spChg>
        <pc:spChg chg="add del mod">
          <ac:chgData name="Muhammad Muzamil" userId="85802257a49ad561" providerId="LiveId" clId="{0EDA4B87-0919-429D-91C2-6BEAB4B87FF7}" dt="2026-08-20T12:16:20.086" v="360" actId="47"/>
          <ac:spMkLst>
            <pc:docMk/>
            <pc:sldMk cId="0" sldId="257"/>
            <ac:spMk id="45" creationId="{EB59CAAA-6699-1788-674C-CEFFD7AA799D}"/>
          </ac:spMkLst>
        </pc:spChg>
        <pc:spChg chg="add del mod">
          <ac:chgData name="Muhammad Muzamil" userId="85802257a49ad561" providerId="LiveId" clId="{0EDA4B87-0919-429D-91C2-6BEAB4B87FF7}" dt="2026-08-20T12:16:19.207" v="359" actId="47"/>
          <ac:spMkLst>
            <pc:docMk/>
            <pc:sldMk cId="0" sldId="257"/>
            <ac:spMk id="46" creationId="{B7A9D980-5212-A420-BF29-F4AB179FDA69}"/>
          </ac:spMkLst>
        </pc:spChg>
        <pc:spChg chg="add del mod">
          <ac:chgData name="Muhammad Muzamil" userId="85802257a49ad561" providerId="LiveId" clId="{0EDA4B87-0919-429D-91C2-6BEAB4B87FF7}" dt="2026-08-20T12:16:47.958" v="378" actId="478"/>
          <ac:spMkLst>
            <pc:docMk/>
            <pc:sldMk cId="0" sldId="257"/>
            <ac:spMk id="47" creationId="{F81A98CD-AFB8-60B5-A4D8-F422D133857D}"/>
          </ac:spMkLst>
        </pc:spChg>
        <pc:spChg chg="add del">
          <ac:chgData name="Muhammad Muzamil" userId="85802257a49ad561" providerId="LiveId" clId="{0EDA4B87-0919-429D-91C2-6BEAB4B87FF7}" dt="2026-08-20T12:16:46.464" v="377" actId="478"/>
          <ac:spMkLst>
            <pc:docMk/>
            <pc:sldMk cId="0" sldId="257"/>
            <ac:spMk id="48" creationId="{D3CF2F47-2114-B224-548D-5A13C2267BDB}"/>
          </ac:spMkLst>
        </pc:spChg>
        <pc:spChg chg="add del mod">
          <ac:chgData name="Muhammad Muzamil" userId="85802257a49ad561" providerId="LiveId" clId="{0EDA4B87-0919-429D-91C2-6BEAB4B87FF7}" dt="2026-08-20T12:16:44.237" v="376" actId="478"/>
          <ac:spMkLst>
            <pc:docMk/>
            <pc:sldMk cId="0" sldId="257"/>
            <ac:spMk id="49" creationId="{18FC7881-D881-0F51-4304-DB92C20B393D}"/>
          </ac:spMkLst>
        </pc:spChg>
        <pc:spChg chg="add del mod">
          <ac:chgData name="Muhammad Muzamil" userId="85802257a49ad561" providerId="LiveId" clId="{0EDA4B87-0919-429D-91C2-6BEAB4B87FF7}" dt="2026-08-20T12:16:42.548" v="375" actId="478"/>
          <ac:spMkLst>
            <pc:docMk/>
            <pc:sldMk cId="0" sldId="257"/>
            <ac:spMk id="50" creationId="{EB5A5910-F63C-B5F9-415F-3E57067BDAF6}"/>
          </ac:spMkLst>
        </pc:spChg>
      </pc:sldChg>
      <pc:sldChg chg="modSp mod">
        <pc:chgData name="Muhammad Muzamil" userId="85802257a49ad561" providerId="LiveId" clId="{0EDA4B87-0919-429D-91C2-6BEAB4B87FF7}" dt="2026-08-20T13:36:41.798" v="1055" actId="123"/>
        <pc:sldMkLst>
          <pc:docMk/>
          <pc:sldMk cId="0" sldId="258"/>
        </pc:sldMkLst>
        <pc:spChg chg="mod">
          <ac:chgData name="Muhammad Muzamil" userId="85802257a49ad561" providerId="LiveId" clId="{0EDA4B87-0919-429D-91C2-6BEAB4B87FF7}" dt="2026-08-20T13:36:41.798" v="1055" actId="123"/>
          <ac:spMkLst>
            <pc:docMk/>
            <pc:sldMk cId="0" sldId="258"/>
            <ac:spMk id="4" creationId="{00000000-0000-0000-0000-000000000000}"/>
          </ac:spMkLst>
        </pc:spChg>
      </pc:sldChg>
      <pc:sldChg chg="modSp mod">
        <pc:chgData name="Muhammad Muzamil" userId="85802257a49ad561" providerId="LiveId" clId="{0EDA4B87-0919-429D-91C2-6BEAB4B87FF7}" dt="2026-08-20T10:04:15.096" v="120" actId="20577"/>
        <pc:sldMkLst>
          <pc:docMk/>
          <pc:sldMk cId="0" sldId="259"/>
        </pc:sldMkLst>
        <pc:spChg chg="mod">
          <ac:chgData name="Muhammad Muzamil" userId="85802257a49ad561" providerId="LiveId" clId="{0EDA4B87-0919-429D-91C2-6BEAB4B87FF7}" dt="2026-08-20T09:56:55.704" v="98" actId="1037"/>
          <ac:spMkLst>
            <pc:docMk/>
            <pc:sldMk cId="0" sldId="259"/>
            <ac:spMk id="8" creationId="{00000000-0000-0000-0000-000000000000}"/>
          </ac:spMkLst>
        </pc:spChg>
        <pc:spChg chg="mod">
          <ac:chgData name="Muhammad Muzamil" userId="85802257a49ad561" providerId="LiveId" clId="{0EDA4B87-0919-429D-91C2-6BEAB4B87FF7}" dt="2026-08-20T10:04:15.096" v="120" actId="20577"/>
          <ac:spMkLst>
            <pc:docMk/>
            <pc:sldMk cId="0" sldId="259"/>
            <ac:spMk id="9" creationId="{00000000-0000-0000-0000-000000000000}"/>
          </ac:spMkLst>
        </pc:spChg>
      </pc:sldChg>
      <pc:sldChg chg="addSp delSp modSp mod">
        <pc:chgData name="Muhammad Muzamil" userId="85802257a49ad561" providerId="LiveId" clId="{0EDA4B87-0919-429D-91C2-6BEAB4B87FF7}" dt="2026-08-20T13:36:30.685" v="1054" actId="123"/>
        <pc:sldMkLst>
          <pc:docMk/>
          <pc:sldMk cId="0" sldId="260"/>
        </pc:sldMkLst>
        <pc:spChg chg="mod">
          <ac:chgData name="Muhammad Muzamil" userId="85802257a49ad561" providerId="LiveId" clId="{0EDA4B87-0919-429D-91C2-6BEAB4B87FF7}" dt="2026-08-20T12:46:52.349" v="706" actId="14100"/>
          <ac:spMkLst>
            <pc:docMk/>
            <pc:sldMk cId="0" sldId="260"/>
            <ac:spMk id="4" creationId="{00000000-0000-0000-0000-000000000000}"/>
          </ac:spMkLst>
        </pc:spChg>
        <pc:spChg chg="mod">
          <ac:chgData name="Muhammad Muzamil" userId="85802257a49ad561" providerId="LiveId" clId="{0EDA4B87-0919-429D-91C2-6BEAB4B87FF7}" dt="2026-08-20T12:47:04.138" v="708" actId="14100"/>
          <ac:spMkLst>
            <pc:docMk/>
            <pc:sldMk cId="0" sldId="260"/>
            <ac:spMk id="5" creationId="{00000000-0000-0000-0000-000000000000}"/>
          </ac:spMkLst>
        </pc:spChg>
        <pc:spChg chg="mod">
          <ac:chgData name="Muhammad Muzamil" userId="85802257a49ad561" providerId="LiveId" clId="{0EDA4B87-0919-429D-91C2-6BEAB4B87FF7}" dt="2026-08-20T12:45:45.585" v="700" actId="255"/>
          <ac:spMkLst>
            <pc:docMk/>
            <pc:sldMk cId="0" sldId="260"/>
            <ac:spMk id="6" creationId="{00000000-0000-0000-0000-000000000000}"/>
          </ac:spMkLst>
        </pc:spChg>
        <pc:spChg chg="mod">
          <ac:chgData name="Muhammad Muzamil" userId="85802257a49ad561" providerId="LiveId" clId="{0EDA4B87-0919-429D-91C2-6BEAB4B87FF7}" dt="2026-08-20T13:36:30.685" v="1054" actId="123"/>
          <ac:spMkLst>
            <pc:docMk/>
            <pc:sldMk cId="0" sldId="260"/>
            <ac:spMk id="7" creationId="{00000000-0000-0000-0000-000000000000}"/>
          </ac:spMkLst>
        </pc:spChg>
        <pc:spChg chg="del mod">
          <ac:chgData name="Muhammad Muzamil" userId="85802257a49ad561" providerId="LiveId" clId="{0EDA4B87-0919-429D-91C2-6BEAB4B87FF7}" dt="2026-08-20T12:41:34.449" v="650" actId="21"/>
          <ac:spMkLst>
            <pc:docMk/>
            <pc:sldMk cId="0" sldId="260"/>
            <ac:spMk id="8" creationId="{00000000-0000-0000-0000-000000000000}"/>
          </ac:spMkLst>
        </pc:spChg>
        <pc:spChg chg="del">
          <ac:chgData name="Muhammad Muzamil" userId="85802257a49ad561" providerId="LiveId" clId="{0EDA4B87-0919-429D-91C2-6BEAB4B87FF7}" dt="2026-08-20T12:43:06.743" v="671" actId="21"/>
          <ac:spMkLst>
            <pc:docMk/>
            <pc:sldMk cId="0" sldId="260"/>
            <ac:spMk id="9" creationId="{00000000-0000-0000-0000-000000000000}"/>
          </ac:spMkLst>
        </pc:spChg>
        <pc:spChg chg="add del mod">
          <ac:chgData name="Muhammad Muzamil" userId="85802257a49ad561" providerId="LiveId" clId="{0EDA4B87-0919-429D-91C2-6BEAB4B87FF7}" dt="2026-08-20T12:40:57.072" v="640"/>
          <ac:spMkLst>
            <pc:docMk/>
            <pc:sldMk cId="0" sldId="260"/>
            <ac:spMk id="10" creationId="{00000000-0000-0000-0000-000000000000}"/>
          </ac:spMkLst>
        </pc:spChg>
        <pc:spChg chg="del mod">
          <ac:chgData name="Muhammad Muzamil" userId="85802257a49ad561" providerId="LiveId" clId="{0EDA4B87-0919-429D-91C2-6BEAB4B87FF7}" dt="2026-08-20T12:41:16.844" v="646"/>
          <ac:spMkLst>
            <pc:docMk/>
            <pc:sldMk cId="0" sldId="260"/>
            <ac:spMk id="11" creationId="{00000000-0000-0000-0000-000000000000}"/>
          </ac:spMkLst>
        </pc:spChg>
        <pc:spChg chg="mod">
          <ac:chgData name="Muhammad Muzamil" userId="85802257a49ad561" providerId="LiveId" clId="{0EDA4B87-0919-429D-91C2-6BEAB4B87FF7}" dt="2026-08-20T12:47:33.214" v="711" actId="1076"/>
          <ac:spMkLst>
            <pc:docMk/>
            <pc:sldMk cId="0" sldId="260"/>
            <ac:spMk id="12" creationId="{00000000-0000-0000-0000-000000000000}"/>
          </ac:spMkLst>
        </pc:spChg>
        <pc:spChg chg="mod">
          <ac:chgData name="Muhammad Muzamil" userId="85802257a49ad561" providerId="LiveId" clId="{0EDA4B87-0919-429D-91C2-6BEAB4B87FF7}" dt="2026-08-20T12:47:40.273" v="712" actId="1076"/>
          <ac:spMkLst>
            <pc:docMk/>
            <pc:sldMk cId="0" sldId="260"/>
            <ac:spMk id="13" creationId="{00000000-0000-0000-0000-000000000000}"/>
          </ac:spMkLst>
        </pc:spChg>
        <pc:spChg chg="del mod">
          <ac:chgData name="Muhammad Muzamil" userId="85802257a49ad561" providerId="LiveId" clId="{0EDA4B87-0919-429D-91C2-6BEAB4B87FF7}" dt="2026-08-20T10:05:47.832" v="199"/>
          <ac:spMkLst>
            <pc:docMk/>
            <pc:sldMk cId="0" sldId="260"/>
            <ac:spMk id="14" creationId="{00000000-0000-0000-0000-000000000000}"/>
          </ac:spMkLst>
        </pc:spChg>
        <pc:spChg chg="mod">
          <ac:chgData name="Muhammad Muzamil" userId="85802257a49ad561" providerId="LiveId" clId="{0EDA4B87-0919-429D-91C2-6BEAB4B87FF7}" dt="2026-08-20T12:47:41.975" v="713" actId="1076"/>
          <ac:spMkLst>
            <pc:docMk/>
            <pc:sldMk cId="0" sldId="260"/>
            <ac:spMk id="15" creationId="{00000000-0000-0000-0000-000000000000}"/>
          </ac:spMkLst>
        </pc:spChg>
        <pc:spChg chg="mod">
          <ac:chgData name="Muhammad Muzamil" userId="85802257a49ad561" providerId="LiveId" clId="{0EDA4B87-0919-429D-91C2-6BEAB4B87FF7}" dt="2026-08-20T12:38:12.305" v="614" actId="1076"/>
          <ac:spMkLst>
            <pc:docMk/>
            <pc:sldMk cId="0" sldId="260"/>
            <ac:spMk id="16" creationId="{00000000-0000-0000-0000-000000000000}"/>
          </ac:spMkLst>
        </pc:spChg>
        <pc:spChg chg="mod">
          <ac:chgData name="Muhammad Muzamil" userId="85802257a49ad561" providerId="LiveId" clId="{0EDA4B87-0919-429D-91C2-6BEAB4B87FF7}" dt="2026-08-20T12:47:44.136" v="714" actId="1076"/>
          <ac:spMkLst>
            <pc:docMk/>
            <pc:sldMk cId="0" sldId="260"/>
            <ac:spMk id="17" creationId="{00000000-0000-0000-0000-000000000000}"/>
          </ac:spMkLst>
        </pc:spChg>
        <pc:spChg chg="mod">
          <ac:chgData name="Muhammad Muzamil" userId="85802257a49ad561" providerId="LiveId" clId="{0EDA4B87-0919-429D-91C2-6BEAB4B87FF7}" dt="2026-08-20T12:38:20.150" v="615" actId="1076"/>
          <ac:spMkLst>
            <pc:docMk/>
            <pc:sldMk cId="0" sldId="260"/>
            <ac:spMk id="18" creationId="{00000000-0000-0000-0000-000000000000}"/>
          </ac:spMkLst>
        </pc:spChg>
        <pc:spChg chg="mod">
          <ac:chgData name="Muhammad Muzamil" userId="85802257a49ad561" providerId="LiveId" clId="{0EDA4B87-0919-429D-91C2-6BEAB4B87FF7}" dt="2026-08-20T12:47:46.052" v="715" actId="1076"/>
          <ac:spMkLst>
            <pc:docMk/>
            <pc:sldMk cId="0" sldId="260"/>
            <ac:spMk id="19" creationId="{00000000-0000-0000-0000-000000000000}"/>
          </ac:spMkLst>
        </pc:spChg>
        <pc:spChg chg="mod">
          <ac:chgData name="Muhammad Muzamil" userId="85802257a49ad561" providerId="LiveId" clId="{0EDA4B87-0919-429D-91C2-6BEAB4B87FF7}" dt="2026-08-20T12:38:28.442" v="616" actId="1076"/>
          <ac:spMkLst>
            <pc:docMk/>
            <pc:sldMk cId="0" sldId="260"/>
            <ac:spMk id="20" creationId="{00000000-0000-0000-0000-000000000000}"/>
          </ac:spMkLst>
        </pc:spChg>
        <pc:spChg chg="mod">
          <ac:chgData name="Muhammad Muzamil" userId="85802257a49ad561" providerId="LiveId" clId="{0EDA4B87-0919-429D-91C2-6BEAB4B87FF7}" dt="2026-08-20T12:47:49.324" v="716" actId="1076"/>
          <ac:spMkLst>
            <pc:docMk/>
            <pc:sldMk cId="0" sldId="260"/>
            <ac:spMk id="21" creationId="{00000000-0000-0000-0000-000000000000}"/>
          </ac:spMkLst>
        </pc:spChg>
        <pc:spChg chg="mod">
          <ac:chgData name="Muhammad Muzamil" userId="85802257a49ad561" providerId="LiveId" clId="{0EDA4B87-0919-429D-91C2-6BEAB4B87FF7}" dt="2026-08-20T12:38:38.582" v="617" actId="1076"/>
          <ac:spMkLst>
            <pc:docMk/>
            <pc:sldMk cId="0" sldId="260"/>
            <ac:spMk id="22" creationId="{00000000-0000-0000-0000-000000000000}"/>
          </ac:spMkLst>
        </pc:spChg>
        <pc:spChg chg="del mod">
          <ac:chgData name="Muhammad Muzamil" userId="85802257a49ad561" providerId="LiveId" clId="{0EDA4B87-0919-429D-91C2-6BEAB4B87FF7}" dt="2026-08-20T12:42:31.465" v="664"/>
          <ac:spMkLst>
            <pc:docMk/>
            <pc:sldMk cId="0" sldId="260"/>
            <ac:spMk id="23" creationId="{00000000-0000-0000-0000-000000000000}"/>
          </ac:spMkLst>
        </pc:spChg>
        <pc:spChg chg="del">
          <ac:chgData name="Muhammad Muzamil" userId="85802257a49ad561" providerId="LiveId" clId="{0EDA4B87-0919-429D-91C2-6BEAB4B87FF7}" dt="2026-08-20T12:43:50.552" v="679" actId="21"/>
          <ac:spMkLst>
            <pc:docMk/>
            <pc:sldMk cId="0" sldId="260"/>
            <ac:spMk id="24" creationId="{00000000-0000-0000-0000-000000000000}"/>
          </ac:spMkLst>
        </pc:spChg>
        <pc:spChg chg="add del">
          <ac:chgData name="Muhammad Muzamil" userId="85802257a49ad561" providerId="LiveId" clId="{0EDA4B87-0919-429D-91C2-6BEAB4B87FF7}" dt="2026-08-20T12:43:36.934" v="676" actId="21"/>
          <ac:spMkLst>
            <pc:docMk/>
            <pc:sldMk cId="0" sldId="260"/>
            <ac:spMk id="25" creationId="{00000000-0000-0000-0000-000000000000}"/>
          </ac:spMkLst>
        </pc:spChg>
        <pc:spChg chg="add del">
          <ac:chgData name="Muhammad Muzamil" userId="85802257a49ad561" providerId="LiveId" clId="{0EDA4B87-0919-429D-91C2-6BEAB4B87FF7}" dt="2026-08-20T12:43:36.934" v="676" actId="21"/>
          <ac:spMkLst>
            <pc:docMk/>
            <pc:sldMk cId="0" sldId="260"/>
            <ac:spMk id="26" creationId="{00000000-0000-0000-0000-000000000000}"/>
          </ac:spMkLst>
        </pc:spChg>
        <pc:spChg chg="del mod">
          <ac:chgData name="Muhammad Muzamil" userId="85802257a49ad561" providerId="LiveId" clId="{0EDA4B87-0919-429D-91C2-6BEAB4B87FF7}" dt="2026-08-20T12:44:22.329" v="684" actId="21"/>
          <ac:spMkLst>
            <pc:docMk/>
            <pc:sldMk cId="0" sldId="260"/>
            <ac:spMk id="27" creationId="{00000000-0000-0000-0000-000000000000}"/>
          </ac:spMkLst>
        </pc:spChg>
        <pc:spChg chg="add del">
          <ac:chgData name="Muhammad Muzamil" userId="85802257a49ad561" providerId="LiveId" clId="{0EDA4B87-0919-429D-91C2-6BEAB4B87FF7}" dt="2026-08-20T12:43:36.934" v="676" actId="21"/>
          <ac:spMkLst>
            <pc:docMk/>
            <pc:sldMk cId="0" sldId="260"/>
            <ac:spMk id="28" creationId="{00000000-0000-0000-0000-000000000000}"/>
          </ac:spMkLst>
        </pc:spChg>
        <pc:spChg chg="add del">
          <ac:chgData name="Muhammad Muzamil" userId="85802257a49ad561" providerId="LiveId" clId="{0EDA4B87-0919-429D-91C2-6BEAB4B87FF7}" dt="2026-08-20T12:43:36.934" v="676" actId="21"/>
          <ac:spMkLst>
            <pc:docMk/>
            <pc:sldMk cId="0" sldId="260"/>
            <ac:spMk id="29" creationId="{00000000-0000-0000-0000-000000000000}"/>
          </ac:spMkLst>
        </pc:spChg>
        <pc:spChg chg="del">
          <ac:chgData name="Muhammad Muzamil" userId="85802257a49ad561" providerId="LiveId" clId="{0EDA4B87-0919-429D-91C2-6BEAB4B87FF7}" dt="2026-08-20T12:44:35.914" v="687" actId="21"/>
          <ac:spMkLst>
            <pc:docMk/>
            <pc:sldMk cId="0" sldId="260"/>
            <ac:spMk id="30" creationId="{00000000-0000-0000-0000-000000000000}"/>
          </ac:spMkLst>
        </pc:spChg>
        <pc:spChg chg="add del">
          <ac:chgData name="Muhammad Muzamil" userId="85802257a49ad561" providerId="LiveId" clId="{0EDA4B87-0919-429D-91C2-6BEAB4B87FF7}" dt="2026-08-20T12:43:36.934" v="676" actId="21"/>
          <ac:spMkLst>
            <pc:docMk/>
            <pc:sldMk cId="0" sldId="260"/>
            <ac:spMk id="31" creationId="{00000000-0000-0000-0000-000000000000}"/>
          </ac:spMkLst>
        </pc:spChg>
        <pc:spChg chg="add del">
          <ac:chgData name="Muhammad Muzamil" userId="85802257a49ad561" providerId="LiveId" clId="{0EDA4B87-0919-429D-91C2-6BEAB4B87FF7}" dt="2026-08-20T12:43:36.934" v="676" actId="21"/>
          <ac:spMkLst>
            <pc:docMk/>
            <pc:sldMk cId="0" sldId="260"/>
            <ac:spMk id="32" creationId="{00000000-0000-0000-0000-000000000000}"/>
          </ac:spMkLst>
        </pc:spChg>
        <pc:spChg chg="del">
          <ac:chgData name="Muhammad Muzamil" userId="85802257a49ad561" providerId="LiveId" clId="{0EDA4B87-0919-429D-91C2-6BEAB4B87FF7}" dt="2026-08-20T12:44:50.821" v="690" actId="21"/>
          <ac:spMkLst>
            <pc:docMk/>
            <pc:sldMk cId="0" sldId="260"/>
            <ac:spMk id="33" creationId="{00000000-0000-0000-0000-000000000000}"/>
          </ac:spMkLst>
        </pc:spChg>
        <pc:spChg chg="add del">
          <ac:chgData name="Muhammad Muzamil" userId="85802257a49ad561" providerId="LiveId" clId="{0EDA4B87-0919-429D-91C2-6BEAB4B87FF7}" dt="2026-08-20T12:43:36.934" v="676" actId="21"/>
          <ac:spMkLst>
            <pc:docMk/>
            <pc:sldMk cId="0" sldId="260"/>
            <ac:spMk id="34" creationId="{00000000-0000-0000-0000-000000000000}"/>
          </ac:spMkLst>
        </pc:spChg>
        <pc:spChg chg="add del">
          <ac:chgData name="Muhammad Muzamil" userId="85802257a49ad561" providerId="LiveId" clId="{0EDA4B87-0919-429D-91C2-6BEAB4B87FF7}" dt="2026-08-20T12:43:36.934" v="676" actId="21"/>
          <ac:spMkLst>
            <pc:docMk/>
            <pc:sldMk cId="0" sldId="260"/>
            <ac:spMk id="35" creationId="{00000000-0000-0000-0000-000000000000}"/>
          </ac:spMkLst>
        </pc:spChg>
        <pc:spChg chg="del">
          <ac:chgData name="Muhammad Muzamil" userId="85802257a49ad561" providerId="LiveId" clId="{0EDA4B87-0919-429D-91C2-6BEAB4B87FF7}" dt="2026-08-20T12:45:00.908" v="693" actId="21"/>
          <ac:spMkLst>
            <pc:docMk/>
            <pc:sldMk cId="0" sldId="260"/>
            <ac:spMk id="36" creationId="{00000000-0000-0000-0000-000000000000}"/>
          </ac:spMkLst>
        </pc:spChg>
        <pc:spChg chg="add del">
          <ac:chgData name="Muhammad Muzamil" userId="85802257a49ad561" providerId="LiveId" clId="{0EDA4B87-0919-429D-91C2-6BEAB4B87FF7}" dt="2026-08-20T12:43:36.934" v="676" actId="21"/>
          <ac:spMkLst>
            <pc:docMk/>
            <pc:sldMk cId="0" sldId="260"/>
            <ac:spMk id="37" creationId="{00000000-0000-0000-0000-000000000000}"/>
          </ac:spMkLst>
        </pc:spChg>
        <pc:spChg chg="add del">
          <ac:chgData name="Muhammad Muzamil" userId="85802257a49ad561" providerId="LiveId" clId="{0EDA4B87-0919-429D-91C2-6BEAB4B87FF7}" dt="2026-08-20T12:43:36.934" v="676" actId="21"/>
          <ac:spMkLst>
            <pc:docMk/>
            <pc:sldMk cId="0" sldId="260"/>
            <ac:spMk id="38" creationId="{00000000-0000-0000-0000-000000000000}"/>
          </ac:spMkLst>
        </pc:spChg>
        <pc:spChg chg="add mod">
          <ac:chgData name="Muhammad Muzamil" userId="85802257a49ad561" providerId="LiveId" clId="{0EDA4B87-0919-429D-91C2-6BEAB4B87FF7}" dt="2026-08-20T12:37:59.805" v="613" actId="1076"/>
          <ac:spMkLst>
            <pc:docMk/>
            <pc:sldMk cId="0" sldId="260"/>
            <ac:spMk id="40" creationId="{510A0357-77CC-42D1-74B8-F33BBC85B62E}"/>
          </ac:spMkLst>
        </pc:spChg>
      </pc:sldChg>
      <pc:sldChg chg="addSp delSp modSp mod">
        <pc:chgData name="Muhammad Muzamil" userId="85802257a49ad561" providerId="LiveId" clId="{0EDA4B87-0919-429D-91C2-6BEAB4B87FF7}" dt="2026-08-20T12:49:38.287" v="747" actId="1076"/>
        <pc:sldMkLst>
          <pc:docMk/>
          <pc:sldMk cId="0" sldId="261"/>
        </pc:sldMkLst>
        <pc:spChg chg="mod">
          <ac:chgData name="Muhammad Muzamil" userId="85802257a49ad561" providerId="LiveId" clId="{0EDA4B87-0919-429D-91C2-6BEAB4B87FF7}" dt="2026-08-20T12:48:43.237" v="727" actId="1076"/>
          <ac:spMkLst>
            <pc:docMk/>
            <pc:sldMk cId="0" sldId="261"/>
            <ac:spMk id="3" creationId="{00000000-0000-0000-0000-000000000000}"/>
          </ac:spMkLst>
        </pc:spChg>
        <pc:spChg chg="add mod">
          <ac:chgData name="Muhammad Muzamil" userId="85802257a49ad561" providerId="LiveId" clId="{0EDA4B87-0919-429D-91C2-6BEAB4B87FF7}" dt="2026-08-20T12:49:38.287" v="747" actId="1076"/>
          <ac:spMkLst>
            <pc:docMk/>
            <pc:sldMk cId="0" sldId="261"/>
            <ac:spMk id="4" creationId="{00000000-0000-0000-0000-000000000000}"/>
          </ac:spMkLst>
        </pc:spChg>
        <pc:spChg chg="del">
          <ac:chgData name="Muhammad Muzamil" userId="85802257a49ad561" providerId="LiveId" clId="{0EDA4B87-0919-429D-91C2-6BEAB4B87FF7}" dt="2026-08-20T12:49:03.960" v="738" actId="21"/>
          <ac:spMkLst>
            <pc:docMk/>
            <pc:sldMk cId="0" sldId="261"/>
            <ac:spMk id="5" creationId="{00000000-0000-0000-0000-000000000000}"/>
          </ac:spMkLst>
        </pc:spChg>
        <pc:spChg chg="del mod">
          <ac:chgData name="Muhammad Muzamil" userId="85802257a49ad561" providerId="LiveId" clId="{0EDA4B87-0919-429D-91C2-6BEAB4B87FF7}" dt="2026-08-20T12:48:58.055" v="736" actId="478"/>
          <ac:spMkLst>
            <pc:docMk/>
            <pc:sldMk cId="0" sldId="261"/>
            <ac:spMk id="7" creationId="{00000000-0000-0000-0000-000000000000}"/>
          </ac:spMkLst>
        </pc:spChg>
        <pc:spChg chg="del">
          <ac:chgData name="Muhammad Muzamil" userId="85802257a49ad561" providerId="LiveId" clId="{0EDA4B87-0919-429D-91C2-6BEAB4B87FF7}" dt="2026-08-20T12:48:44.336" v="728" actId="478"/>
          <ac:spMkLst>
            <pc:docMk/>
            <pc:sldMk cId="0" sldId="261"/>
            <ac:spMk id="8" creationId="{00000000-0000-0000-0000-000000000000}"/>
          </ac:spMkLst>
        </pc:spChg>
        <pc:spChg chg="del">
          <ac:chgData name="Muhammad Muzamil" userId="85802257a49ad561" providerId="LiveId" clId="{0EDA4B87-0919-429D-91C2-6BEAB4B87FF7}" dt="2026-08-20T12:48:51.175" v="732" actId="478"/>
          <ac:spMkLst>
            <pc:docMk/>
            <pc:sldMk cId="0" sldId="261"/>
            <ac:spMk id="9" creationId="{00000000-0000-0000-0000-000000000000}"/>
          </ac:spMkLst>
        </pc:spChg>
        <pc:spChg chg="del">
          <ac:chgData name="Muhammad Muzamil" userId="85802257a49ad561" providerId="LiveId" clId="{0EDA4B87-0919-429D-91C2-6BEAB4B87FF7}" dt="2026-08-20T12:48:40.106" v="725" actId="478"/>
          <ac:spMkLst>
            <pc:docMk/>
            <pc:sldMk cId="0" sldId="261"/>
            <ac:spMk id="10" creationId="{00000000-0000-0000-0000-000000000000}"/>
          </ac:spMkLst>
        </pc:spChg>
        <pc:spChg chg="del">
          <ac:chgData name="Muhammad Muzamil" userId="85802257a49ad561" providerId="LiveId" clId="{0EDA4B87-0919-429D-91C2-6BEAB4B87FF7}" dt="2026-08-20T12:48:40.106" v="725" actId="478"/>
          <ac:spMkLst>
            <pc:docMk/>
            <pc:sldMk cId="0" sldId="261"/>
            <ac:spMk id="11" creationId="{00000000-0000-0000-0000-000000000000}"/>
          </ac:spMkLst>
        </pc:spChg>
        <pc:spChg chg="del">
          <ac:chgData name="Muhammad Muzamil" userId="85802257a49ad561" providerId="LiveId" clId="{0EDA4B87-0919-429D-91C2-6BEAB4B87FF7}" dt="2026-08-20T12:48:45.890" v="729" actId="478"/>
          <ac:spMkLst>
            <pc:docMk/>
            <pc:sldMk cId="0" sldId="261"/>
            <ac:spMk id="12" creationId="{00000000-0000-0000-0000-000000000000}"/>
          </ac:spMkLst>
        </pc:spChg>
        <pc:spChg chg="del">
          <ac:chgData name="Muhammad Muzamil" userId="85802257a49ad561" providerId="LiveId" clId="{0EDA4B87-0919-429D-91C2-6BEAB4B87FF7}" dt="2026-08-20T12:48:52.885" v="733" actId="478"/>
          <ac:spMkLst>
            <pc:docMk/>
            <pc:sldMk cId="0" sldId="261"/>
            <ac:spMk id="13" creationId="{00000000-0000-0000-0000-000000000000}"/>
          </ac:spMkLst>
        </pc:spChg>
        <pc:spChg chg="del">
          <ac:chgData name="Muhammad Muzamil" userId="85802257a49ad561" providerId="LiveId" clId="{0EDA4B87-0919-429D-91C2-6BEAB4B87FF7}" dt="2026-08-20T12:48:40.106" v="725" actId="478"/>
          <ac:spMkLst>
            <pc:docMk/>
            <pc:sldMk cId="0" sldId="261"/>
            <ac:spMk id="14" creationId="{00000000-0000-0000-0000-000000000000}"/>
          </ac:spMkLst>
        </pc:spChg>
        <pc:spChg chg="del">
          <ac:chgData name="Muhammad Muzamil" userId="85802257a49ad561" providerId="LiveId" clId="{0EDA4B87-0919-429D-91C2-6BEAB4B87FF7}" dt="2026-08-20T12:48:40.106" v="725" actId="478"/>
          <ac:spMkLst>
            <pc:docMk/>
            <pc:sldMk cId="0" sldId="261"/>
            <ac:spMk id="15" creationId="{00000000-0000-0000-0000-000000000000}"/>
          </ac:spMkLst>
        </pc:spChg>
        <pc:spChg chg="del">
          <ac:chgData name="Muhammad Muzamil" userId="85802257a49ad561" providerId="LiveId" clId="{0EDA4B87-0919-429D-91C2-6BEAB4B87FF7}" dt="2026-08-20T12:48:46.960" v="730" actId="478"/>
          <ac:spMkLst>
            <pc:docMk/>
            <pc:sldMk cId="0" sldId="261"/>
            <ac:spMk id="16" creationId="{00000000-0000-0000-0000-000000000000}"/>
          </ac:spMkLst>
        </pc:spChg>
        <pc:spChg chg="del">
          <ac:chgData name="Muhammad Muzamil" userId="85802257a49ad561" providerId="LiveId" clId="{0EDA4B87-0919-429D-91C2-6BEAB4B87FF7}" dt="2026-08-20T12:48:54.291" v="734" actId="478"/>
          <ac:spMkLst>
            <pc:docMk/>
            <pc:sldMk cId="0" sldId="261"/>
            <ac:spMk id="17" creationId="{00000000-0000-0000-0000-000000000000}"/>
          </ac:spMkLst>
        </pc:spChg>
        <pc:spChg chg="del">
          <ac:chgData name="Muhammad Muzamil" userId="85802257a49ad561" providerId="LiveId" clId="{0EDA4B87-0919-429D-91C2-6BEAB4B87FF7}" dt="2026-08-20T12:48:40.106" v="725" actId="478"/>
          <ac:spMkLst>
            <pc:docMk/>
            <pc:sldMk cId="0" sldId="261"/>
            <ac:spMk id="18" creationId="{00000000-0000-0000-0000-000000000000}"/>
          </ac:spMkLst>
        </pc:spChg>
        <pc:spChg chg="del">
          <ac:chgData name="Muhammad Muzamil" userId="85802257a49ad561" providerId="LiveId" clId="{0EDA4B87-0919-429D-91C2-6BEAB4B87FF7}" dt="2026-08-20T12:48:40.106" v="725" actId="478"/>
          <ac:spMkLst>
            <pc:docMk/>
            <pc:sldMk cId="0" sldId="261"/>
            <ac:spMk id="19" creationId="{00000000-0000-0000-0000-000000000000}"/>
          </ac:spMkLst>
        </pc:spChg>
        <pc:spChg chg="del mod">
          <ac:chgData name="Muhammad Muzamil" userId="85802257a49ad561" providerId="LiveId" clId="{0EDA4B87-0919-429D-91C2-6BEAB4B87FF7}" dt="2026-08-20T12:48:48.056" v="731" actId="478"/>
          <ac:spMkLst>
            <pc:docMk/>
            <pc:sldMk cId="0" sldId="261"/>
            <ac:spMk id="20" creationId="{00000000-0000-0000-0000-000000000000}"/>
          </ac:spMkLst>
        </pc:spChg>
        <pc:spChg chg="del mod">
          <ac:chgData name="Muhammad Muzamil" userId="85802257a49ad561" providerId="LiveId" clId="{0EDA4B87-0919-429D-91C2-6BEAB4B87FF7}" dt="2026-08-20T12:48:56.524" v="735" actId="478"/>
          <ac:spMkLst>
            <pc:docMk/>
            <pc:sldMk cId="0" sldId="261"/>
            <ac:spMk id="21" creationId="{00000000-0000-0000-0000-000000000000}"/>
          </ac:spMkLst>
        </pc:spChg>
        <pc:spChg chg="del">
          <ac:chgData name="Muhammad Muzamil" userId="85802257a49ad561" providerId="LiveId" clId="{0EDA4B87-0919-429D-91C2-6BEAB4B87FF7}" dt="2026-08-20T12:48:40.106" v="725" actId="478"/>
          <ac:spMkLst>
            <pc:docMk/>
            <pc:sldMk cId="0" sldId="261"/>
            <ac:spMk id="22" creationId="{00000000-0000-0000-0000-000000000000}"/>
          </ac:spMkLst>
        </pc:spChg>
        <pc:spChg chg="del">
          <ac:chgData name="Muhammad Muzamil" userId="85802257a49ad561" providerId="LiveId" clId="{0EDA4B87-0919-429D-91C2-6BEAB4B87FF7}" dt="2026-08-20T12:48:40.106" v="725" actId="478"/>
          <ac:spMkLst>
            <pc:docMk/>
            <pc:sldMk cId="0" sldId="261"/>
            <ac:spMk id="23" creationId="{00000000-0000-0000-0000-000000000000}"/>
          </ac:spMkLst>
        </pc:spChg>
        <pc:picChg chg="mod">
          <ac:chgData name="Muhammad Muzamil" userId="85802257a49ad561" providerId="LiveId" clId="{0EDA4B87-0919-429D-91C2-6BEAB4B87FF7}" dt="2026-08-20T12:49:28.221" v="745" actId="14100"/>
          <ac:picMkLst>
            <pc:docMk/>
            <pc:sldMk cId="0" sldId="261"/>
            <ac:picMk id="25" creationId="{00000000-0000-0000-0000-000000000000}"/>
          </ac:picMkLst>
        </pc:picChg>
        <pc:picChg chg="add del mod">
          <ac:chgData name="Muhammad Muzamil" userId="85802257a49ad561" providerId="LiveId" clId="{0EDA4B87-0919-429D-91C2-6BEAB4B87FF7}" dt="2026-08-20T12:48:59.227" v="737" actId="478"/>
          <ac:picMkLst>
            <pc:docMk/>
            <pc:sldMk cId="0" sldId="261"/>
            <ac:picMk id="26" creationId="{00000000-0000-0000-0000-000000000000}"/>
          </ac:picMkLst>
        </pc:picChg>
      </pc:sldChg>
      <pc:sldChg chg="delSp modSp del mod">
        <pc:chgData name="Muhammad Muzamil" userId="85802257a49ad561" providerId="LiveId" clId="{0EDA4B87-0919-429D-91C2-6BEAB4B87FF7}" dt="2026-08-20T13:34:37.330" v="1043" actId="2696"/>
        <pc:sldMkLst>
          <pc:docMk/>
          <pc:sldMk cId="0" sldId="262"/>
        </pc:sldMkLst>
        <pc:spChg chg="del mod">
          <ac:chgData name="Muhammad Muzamil" userId="85802257a49ad561" providerId="LiveId" clId="{0EDA4B87-0919-429D-91C2-6BEAB4B87FF7}" dt="2026-08-20T13:00:48.253" v="873" actId="478"/>
          <ac:spMkLst>
            <pc:docMk/>
            <pc:sldMk cId="0" sldId="262"/>
            <ac:spMk id="12" creationId="{00000000-0000-0000-0000-000000000000}"/>
          </ac:spMkLst>
        </pc:spChg>
        <pc:spChg chg="del">
          <ac:chgData name="Muhammad Muzamil" userId="85802257a49ad561" providerId="LiveId" clId="{0EDA4B87-0919-429D-91C2-6BEAB4B87FF7}" dt="2026-08-20T13:00:47.188" v="868" actId="478"/>
          <ac:spMkLst>
            <pc:docMk/>
            <pc:sldMk cId="0" sldId="262"/>
            <ac:spMk id="13" creationId="{00000000-0000-0000-0000-000000000000}"/>
          </ac:spMkLst>
        </pc:spChg>
        <pc:spChg chg="del mod">
          <ac:chgData name="Muhammad Muzamil" userId="85802257a49ad561" providerId="LiveId" clId="{0EDA4B87-0919-429D-91C2-6BEAB4B87FF7}" dt="2026-08-20T13:00:47.188" v="872"/>
          <ac:spMkLst>
            <pc:docMk/>
            <pc:sldMk cId="0" sldId="262"/>
            <ac:spMk id="14" creationId="{00000000-0000-0000-0000-000000000000}"/>
          </ac:spMkLst>
        </pc:spChg>
        <pc:spChg chg="del mod">
          <ac:chgData name="Muhammad Muzamil" userId="85802257a49ad561" providerId="LiveId" clId="{0EDA4B87-0919-429D-91C2-6BEAB4B87FF7}" dt="2026-08-20T13:00:47.188" v="870"/>
          <ac:spMkLst>
            <pc:docMk/>
            <pc:sldMk cId="0" sldId="262"/>
            <ac:spMk id="15" creationId="{00000000-0000-0000-0000-000000000000}"/>
          </ac:spMkLst>
        </pc:spChg>
        <pc:spChg chg="del mod">
          <ac:chgData name="Muhammad Muzamil" userId="85802257a49ad561" providerId="LiveId" clId="{0EDA4B87-0919-429D-91C2-6BEAB4B87FF7}" dt="2026-08-20T13:00:56.688" v="881" actId="478"/>
          <ac:spMkLst>
            <pc:docMk/>
            <pc:sldMk cId="0" sldId="262"/>
            <ac:spMk id="16" creationId="{00000000-0000-0000-0000-000000000000}"/>
          </ac:spMkLst>
        </pc:spChg>
        <pc:spChg chg="del">
          <ac:chgData name="Muhammad Muzamil" userId="85802257a49ad561" providerId="LiveId" clId="{0EDA4B87-0919-429D-91C2-6BEAB4B87FF7}" dt="2026-08-20T13:00:58.305" v="882" actId="478"/>
          <ac:spMkLst>
            <pc:docMk/>
            <pc:sldMk cId="0" sldId="262"/>
            <ac:spMk id="17" creationId="{00000000-0000-0000-0000-000000000000}"/>
          </ac:spMkLst>
        </pc:spChg>
        <pc:spChg chg="del mod">
          <ac:chgData name="Muhammad Muzamil" userId="85802257a49ad561" providerId="LiveId" clId="{0EDA4B87-0919-429D-91C2-6BEAB4B87FF7}" dt="2026-08-20T13:00:55.677" v="880"/>
          <ac:spMkLst>
            <pc:docMk/>
            <pc:sldMk cId="0" sldId="262"/>
            <ac:spMk id="18" creationId="{00000000-0000-0000-0000-000000000000}"/>
          </ac:spMkLst>
        </pc:spChg>
        <pc:spChg chg="del mod">
          <ac:chgData name="Muhammad Muzamil" userId="85802257a49ad561" providerId="LiveId" clId="{0EDA4B87-0919-429D-91C2-6BEAB4B87FF7}" dt="2026-08-20T13:00:55.677" v="878"/>
          <ac:spMkLst>
            <pc:docMk/>
            <pc:sldMk cId="0" sldId="262"/>
            <ac:spMk id="19" creationId="{00000000-0000-0000-0000-000000000000}"/>
          </ac:spMkLst>
        </pc:spChg>
        <pc:spChg chg="del mod">
          <ac:chgData name="Muhammad Muzamil" userId="85802257a49ad561" providerId="LiveId" clId="{0EDA4B87-0919-429D-91C2-6BEAB4B87FF7}" dt="2026-08-20T13:01:02.405" v="885"/>
          <ac:spMkLst>
            <pc:docMk/>
            <pc:sldMk cId="0" sldId="262"/>
            <ac:spMk id="20" creationId="{00000000-0000-0000-0000-000000000000}"/>
          </ac:spMkLst>
        </pc:spChg>
        <pc:picChg chg="mod">
          <ac:chgData name="Muhammad Muzamil" userId="85802257a49ad561" providerId="LiveId" clId="{0EDA4B87-0919-429D-91C2-6BEAB4B87FF7}" dt="2026-08-20T13:01:12.197" v="887" actId="14100"/>
          <ac:picMkLst>
            <pc:docMk/>
            <pc:sldMk cId="0" sldId="262"/>
            <ac:picMk id="22" creationId="{00000000-0000-0000-0000-000000000000}"/>
          </ac:picMkLst>
        </pc:picChg>
      </pc:sldChg>
      <pc:sldChg chg="add del setBg">
        <pc:chgData name="Muhammad Muzamil" userId="85802257a49ad561" providerId="LiveId" clId="{0EDA4B87-0919-429D-91C2-6BEAB4B87FF7}" dt="2026-08-20T13:34:52.029" v="1046"/>
        <pc:sldMkLst>
          <pc:docMk/>
          <pc:sldMk cId="1834987322" sldId="262"/>
        </pc:sldMkLst>
      </pc:sldChg>
      <pc:sldChg chg="addSp modSp add mod setBg">
        <pc:chgData name="Muhammad Muzamil" userId="85802257a49ad561" providerId="LiveId" clId="{0EDA4B87-0919-429D-91C2-6BEAB4B87FF7}" dt="2026-08-20T13:42:55.391" v="1165" actId="1076"/>
        <pc:sldMkLst>
          <pc:docMk/>
          <pc:sldMk cId="3098284400" sldId="262"/>
        </pc:sldMkLst>
        <pc:picChg chg="add mod">
          <ac:chgData name="Muhammad Muzamil" userId="85802257a49ad561" providerId="LiveId" clId="{0EDA4B87-0919-429D-91C2-6BEAB4B87FF7}" dt="2026-08-20T13:42:55.391" v="1165" actId="1076"/>
          <ac:picMkLst>
            <pc:docMk/>
            <pc:sldMk cId="3098284400" sldId="262"/>
            <ac:picMk id="6" creationId="{571A08D9-088F-2F7E-6D27-A39250AE2D3E}"/>
          </ac:picMkLst>
        </pc:picChg>
      </pc:sldChg>
      <pc:sldChg chg="delSp modSp mod">
        <pc:chgData name="Muhammad Muzamil" userId="85802257a49ad561" providerId="LiveId" clId="{0EDA4B87-0919-429D-91C2-6BEAB4B87FF7}" dt="2026-08-20T13:39:40.361" v="1087" actId="14100"/>
        <pc:sldMkLst>
          <pc:docMk/>
          <pc:sldMk cId="0" sldId="263"/>
        </pc:sldMkLst>
        <pc:spChg chg="mod">
          <ac:chgData name="Muhammad Muzamil" userId="85802257a49ad561" providerId="LiveId" clId="{0EDA4B87-0919-429D-91C2-6BEAB4B87FF7}" dt="2026-08-20T13:33:31.089" v="1041" actId="14100"/>
          <ac:spMkLst>
            <pc:docMk/>
            <pc:sldMk cId="0" sldId="263"/>
            <ac:spMk id="4" creationId="{00000000-0000-0000-0000-000000000000}"/>
          </ac:spMkLst>
        </pc:spChg>
        <pc:spChg chg="mod">
          <ac:chgData name="Muhammad Muzamil" userId="85802257a49ad561" providerId="LiveId" clId="{0EDA4B87-0919-429D-91C2-6BEAB4B87FF7}" dt="2026-08-20T13:33:39.264" v="1042" actId="1076"/>
          <ac:spMkLst>
            <pc:docMk/>
            <pc:sldMk cId="0" sldId="263"/>
            <ac:spMk id="5" creationId="{00000000-0000-0000-0000-000000000000}"/>
          </ac:spMkLst>
        </pc:spChg>
        <pc:spChg chg="mod">
          <ac:chgData name="Muhammad Muzamil" userId="85802257a49ad561" providerId="LiveId" clId="{0EDA4B87-0919-429D-91C2-6BEAB4B87FF7}" dt="2026-08-20T13:39:30.556" v="1085" actId="20577"/>
          <ac:spMkLst>
            <pc:docMk/>
            <pc:sldMk cId="0" sldId="263"/>
            <ac:spMk id="6" creationId="{00000000-0000-0000-0000-000000000000}"/>
          </ac:spMkLst>
        </pc:spChg>
        <pc:spChg chg="mod">
          <ac:chgData name="Muhammad Muzamil" userId="85802257a49ad561" providerId="LiveId" clId="{0EDA4B87-0919-429D-91C2-6BEAB4B87FF7}" dt="2026-08-20T13:39:40.361" v="1087" actId="14100"/>
          <ac:spMkLst>
            <pc:docMk/>
            <pc:sldMk cId="0" sldId="263"/>
            <ac:spMk id="7" creationId="{00000000-0000-0000-0000-000000000000}"/>
          </ac:spMkLst>
        </pc:spChg>
        <pc:spChg chg="del mod">
          <ac:chgData name="Muhammad Muzamil" userId="85802257a49ad561" providerId="LiveId" clId="{0EDA4B87-0919-429D-91C2-6BEAB4B87FF7}" dt="2026-08-20T13:30:10.238" v="1011" actId="478"/>
          <ac:spMkLst>
            <pc:docMk/>
            <pc:sldMk cId="0" sldId="263"/>
            <ac:spMk id="8" creationId="{00000000-0000-0000-0000-000000000000}"/>
          </ac:spMkLst>
        </pc:spChg>
        <pc:spChg chg="del mod">
          <ac:chgData name="Muhammad Muzamil" userId="85802257a49ad561" providerId="LiveId" clId="{0EDA4B87-0919-429D-91C2-6BEAB4B87FF7}" dt="2026-08-20T13:30:11.752" v="1012" actId="478"/>
          <ac:spMkLst>
            <pc:docMk/>
            <pc:sldMk cId="0" sldId="263"/>
            <ac:spMk id="9" creationId="{00000000-0000-0000-0000-000000000000}"/>
          </ac:spMkLst>
        </pc:spChg>
        <pc:spChg chg="del mod">
          <ac:chgData name="Muhammad Muzamil" userId="85802257a49ad561" providerId="LiveId" clId="{0EDA4B87-0919-429D-91C2-6BEAB4B87FF7}" dt="2026-08-20T13:30:08.840" v="1010"/>
          <ac:spMkLst>
            <pc:docMk/>
            <pc:sldMk cId="0" sldId="263"/>
            <ac:spMk id="10" creationId="{00000000-0000-0000-0000-000000000000}"/>
          </ac:spMkLst>
        </pc:spChg>
        <pc:spChg chg="del mod">
          <ac:chgData name="Muhammad Muzamil" userId="85802257a49ad561" providerId="LiveId" clId="{0EDA4B87-0919-429D-91C2-6BEAB4B87FF7}" dt="2026-08-20T13:30:08.839" v="1008"/>
          <ac:spMkLst>
            <pc:docMk/>
            <pc:sldMk cId="0" sldId="263"/>
            <ac:spMk id="11" creationId="{00000000-0000-0000-0000-000000000000}"/>
          </ac:spMkLst>
        </pc:spChg>
        <pc:spChg chg="del mod">
          <ac:chgData name="Muhammad Muzamil" userId="85802257a49ad561" providerId="LiveId" clId="{0EDA4B87-0919-429D-91C2-6BEAB4B87FF7}" dt="2026-08-20T13:29:53.783" v="1001"/>
          <ac:spMkLst>
            <pc:docMk/>
            <pc:sldMk cId="0" sldId="263"/>
            <ac:spMk id="12" creationId="{00000000-0000-0000-0000-000000000000}"/>
          </ac:spMkLst>
        </pc:spChg>
      </pc:sldChg>
      <pc:sldChg chg="modSp mod">
        <pc:chgData name="Muhammad Muzamil" userId="85802257a49ad561" providerId="LiveId" clId="{0EDA4B87-0919-429D-91C2-6BEAB4B87FF7}" dt="2026-08-20T10:50:14.229" v="323" actId="20577"/>
        <pc:sldMkLst>
          <pc:docMk/>
          <pc:sldMk cId="0" sldId="264"/>
        </pc:sldMkLst>
        <pc:spChg chg="mod">
          <ac:chgData name="Muhammad Muzamil" userId="85802257a49ad561" providerId="LiveId" clId="{0EDA4B87-0919-429D-91C2-6BEAB4B87FF7}" dt="2026-08-20T10:10:14.537" v="267" actId="113"/>
          <ac:spMkLst>
            <pc:docMk/>
            <pc:sldMk cId="0" sldId="264"/>
            <ac:spMk id="4" creationId="{00000000-0000-0000-0000-000000000000}"/>
          </ac:spMkLst>
        </pc:spChg>
        <pc:spChg chg="mod">
          <ac:chgData name="Muhammad Muzamil" userId="85802257a49ad561" providerId="LiveId" clId="{0EDA4B87-0919-429D-91C2-6BEAB4B87FF7}" dt="2026-08-20T10:50:14.229" v="323" actId="20577"/>
          <ac:spMkLst>
            <pc:docMk/>
            <pc:sldMk cId="0" sldId="264"/>
            <ac:spMk id="5" creationId="{00000000-0000-0000-0000-000000000000}"/>
          </ac:spMkLst>
        </pc:spChg>
      </pc:sldChg>
      <pc:sldChg chg="addSp modSp new mod">
        <pc:chgData name="Muhammad Muzamil" userId="85802257a49ad561" providerId="LiveId" clId="{0EDA4B87-0919-429D-91C2-6BEAB4B87FF7}" dt="2026-08-20T10:11:48.394" v="285" actId="113"/>
        <pc:sldMkLst>
          <pc:docMk/>
          <pc:sldMk cId="3241531564" sldId="265"/>
        </pc:sldMkLst>
        <pc:spChg chg="add mod">
          <ac:chgData name="Muhammad Muzamil" userId="85802257a49ad561" providerId="LiveId" clId="{0EDA4B87-0919-429D-91C2-6BEAB4B87FF7}" dt="2026-08-20T09:29:23.282" v="64"/>
          <ac:spMkLst>
            <pc:docMk/>
            <pc:sldMk cId="3241531564" sldId="265"/>
            <ac:spMk id="2" creationId="{B1E4EA8A-7FC0-4611-CF30-5367F2AAA5BF}"/>
          </ac:spMkLst>
        </pc:spChg>
        <pc:spChg chg="add mod">
          <ac:chgData name="Muhammad Muzamil" userId="85802257a49ad561" providerId="LiveId" clId="{0EDA4B87-0919-429D-91C2-6BEAB4B87FF7}" dt="2026-08-20T09:29:23.282" v="64"/>
          <ac:spMkLst>
            <pc:docMk/>
            <pc:sldMk cId="3241531564" sldId="265"/>
            <ac:spMk id="3" creationId="{D0B20C47-F4DA-2FD3-C6D4-838166FE8F74}"/>
          </ac:spMkLst>
        </pc:spChg>
        <pc:spChg chg="add mod">
          <ac:chgData name="Muhammad Muzamil" userId="85802257a49ad561" providerId="LiveId" clId="{0EDA4B87-0919-429D-91C2-6BEAB4B87FF7}" dt="2026-08-20T09:29:23.282" v="64"/>
          <ac:spMkLst>
            <pc:docMk/>
            <pc:sldMk cId="3241531564" sldId="265"/>
            <ac:spMk id="4" creationId="{DCBE784E-C8F8-45C3-EA5A-C1986EA40C3F}"/>
          </ac:spMkLst>
        </pc:spChg>
        <pc:spChg chg="add mod">
          <ac:chgData name="Muhammad Muzamil" userId="85802257a49ad561" providerId="LiveId" clId="{0EDA4B87-0919-429D-91C2-6BEAB4B87FF7}" dt="2026-08-20T10:11:39.149" v="281" actId="113"/>
          <ac:spMkLst>
            <pc:docMk/>
            <pc:sldMk cId="3241531564" sldId="265"/>
            <ac:spMk id="5" creationId="{0AA87BA1-79BE-110B-8B1D-AC3A0BE22F22}"/>
          </ac:spMkLst>
        </pc:spChg>
        <pc:spChg chg="add mod">
          <ac:chgData name="Muhammad Muzamil" userId="85802257a49ad561" providerId="LiveId" clId="{0EDA4B87-0919-429D-91C2-6BEAB4B87FF7}" dt="2026-08-20T10:11:48.394" v="285" actId="113"/>
          <ac:spMkLst>
            <pc:docMk/>
            <pc:sldMk cId="3241531564" sldId="265"/>
            <ac:spMk id="6" creationId="{097F8C53-2545-46DA-F14E-AF72EC2C345D}"/>
          </ac:spMkLst>
        </pc:spChg>
      </pc:sldChg>
      <pc:sldChg chg="addSp delSp modSp new mod">
        <pc:chgData name="Muhammad Muzamil" userId="85802257a49ad561" providerId="LiveId" clId="{0EDA4B87-0919-429D-91C2-6BEAB4B87FF7}" dt="2026-08-20T13:37:04.685" v="1060" actId="123"/>
        <pc:sldMkLst>
          <pc:docMk/>
          <pc:sldMk cId="3988303694" sldId="266"/>
        </pc:sldMkLst>
        <pc:spChg chg="add mod">
          <ac:chgData name="Muhammad Muzamil" userId="85802257a49ad561" providerId="LiveId" clId="{0EDA4B87-0919-429D-91C2-6BEAB4B87FF7}" dt="2026-08-20T09:30:21.103" v="66"/>
          <ac:spMkLst>
            <pc:docMk/>
            <pc:sldMk cId="3988303694" sldId="266"/>
            <ac:spMk id="2" creationId="{D31F0D1F-80FE-4E13-FBD4-632D3205DF85}"/>
          </ac:spMkLst>
        </pc:spChg>
        <pc:spChg chg="add del mod">
          <ac:chgData name="Muhammad Muzamil" userId="85802257a49ad561" providerId="LiveId" clId="{0EDA4B87-0919-429D-91C2-6BEAB4B87FF7}" dt="2026-08-20T10:44:59.548" v="289" actId="478"/>
          <ac:spMkLst>
            <pc:docMk/>
            <pc:sldMk cId="3988303694" sldId="266"/>
            <ac:spMk id="4" creationId="{50315339-D405-C033-CABC-C0976B41E91E}"/>
          </ac:spMkLst>
        </pc:spChg>
        <pc:spChg chg="del">
          <ac:chgData name="Muhammad Muzamil" userId="85802257a49ad561" providerId="LiveId" clId="{0EDA4B87-0919-429D-91C2-6BEAB4B87FF7}" dt="2026-08-20T10:44:59.548" v="289" actId="478"/>
          <ac:spMkLst>
            <pc:docMk/>
            <pc:sldMk cId="3988303694" sldId="266"/>
            <ac:spMk id="6" creationId="{59878CB0-6B30-4EFB-1AA9-1222DCBC24C6}"/>
          </ac:spMkLst>
        </pc:spChg>
        <pc:spChg chg="del">
          <ac:chgData name="Muhammad Muzamil" userId="85802257a49ad561" providerId="LiveId" clId="{0EDA4B87-0919-429D-91C2-6BEAB4B87FF7}" dt="2026-08-20T10:44:59.548" v="289" actId="478"/>
          <ac:spMkLst>
            <pc:docMk/>
            <pc:sldMk cId="3988303694" sldId="266"/>
            <ac:spMk id="8" creationId="{852EFF1E-9195-2173-20F9-63046ED007F8}"/>
          </ac:spMkLst>
        </pc:spChg>
        <pc:spChg chg="del">
          <ac:chgData name="Muhammad Muzamil" userId="85802257a49ad561" providerId="LiveId" clId="{0EDA4B87-0919-429D-91C2-6BEAB4B87FF7}" dt="2026-08-20T10:44:59.548" v="289" actId="478"/>
          <ac:spMkLst>
            <pc:docMk/>
            <pc:sldMk cId="3988303694" sldId="266"/>
            <ac:spMk id="9" creationId="{B7F4B7CA-61CA-33CE-8724-CEE50EAAA59B}"/>
          </ac:spMkLst>
        </pc:spChg>
        <pc:spChg chg="del">
          <ac:chgData name="Muhammad Muzamil" userId="85802257a49ad561" providerId="LiveId" clId="{0EDA4B87-0919-429D-91C2-6BEAB4B87FF7}" dt="2026-08-20T10:44:59.548" v="289" actId="478"/>
          <ac:spMkLst>
            <pc:docMk/>
            <pc:sldMk cId="3988303694" sldId="266"/>
            <ac:spMk id="10" creationId="{1B0AAA03-7D78-2966-7851-394B389A8F09}"/>
          </ac:spMkLst>
        </pc:spChg>
        <pc:spChg chg="add mod">
          <ac:chgData name="Muhammad Muzamil" userId="85802257a49ad561" providerId="LiveId" clId="{0EDA4B87-0919-429D-91C2-6BEAB4B87FF7}" dt="2026-08-20T09:30:21.103" v="66"/>
          <ac:spMkLst>
            <pc:docMk/>
            <pc:sldMk cId="3988303694" sldId="266"/>
            <ac:spMk id="14" creationId="{43E6C9DE-7540-9B26-1E85-2277FF1BDDE5}"/>
          </ac:spMkLst>
        </pc:spChg>
        <pc:spChg chg="add mod">
          <ac:chgData name="Muhammad Muzamil" userId="85802257a49ad561" providerId="LiveId" clId="{0EDA4B87-0919-429D-91C2-6BEAB4B87FF7}" dt="2026-08-20T09:30:21.103" v="66"/>
          <ac:spMkLst>
            <pc:docMk/>
            <pc:sldMk cId="3988303694" sldId="266"/>
            <ac:spMk id="15" creationId="{15CF86D2-B1D7-A5F4-2640-C16862971E69}"/>
          </ac:spMkLst>
        </pc:spChg>
        <pc:spChg chg="del">
          <ac:chgData name="Muhammad Muzamil" userId="85802257a49ad561" providerId="LiveId" clId="{0EDA4B87-0919-429D-91C2-6BEAB4B87FF7}" dt="2026-08-20T10:44:59.548" v="289" actId="478"/>
          <ac:spMkLst>
            <pc:docMk/>
            <pc:sldMk cId="3988303694" sldId="266"/>
            <ac:spMk id="16" creationId="{D7698924-52F2-DDAC-A59F-80F2B0F74582}"/>
          </ac:spMkLst>
        </pc:spChg>
        <pc:spChg chg="add del mod">
          <ac:chgData name="Muhammad Muzamil" userId="85802257a49ad561" providerId="LiveId" clId="{0EDA4B87-0919-429D-91C2-6BEAB4B87FF7}" dt="2026-08-20T10:44:59.548" v="289" actId="478"/>
          <ac:spMkLst>
            <pc:docMk/>
            <pc:sldMk cId="3988303694" sldId="266"/>
            <ac:spMk id="21" creationId="{59ED296C-8456-9C2A-581B-3CD70AE7A09C}"/>
          </ac:spMkLst>
        </pc:spChg>
        <pc:spChg chg="add mod">
          <ac:chgData name="Muhammad Muzamil" userId="85802257a49ad561" providerId="LiveId" clId="{0EDA4B87-0919-429D-91C2-6BEAB4B87FF7}" dt="2026-08-20T09:30:21.103" v="66"/>
          <ac:spMkLst>
            <pc:docMk/>
            <pc:sldMk cId="3988303694" sldId="266"/>
            <ac:spMk id="23" creationId="{7C3F78E0-A4BC-FA9F-158D-653AEB02AFEE}"/>
          </ac:spMkLst>
        </pc:spChg>
        <pc:spChg chg="del">
          <ac:chgData name="Muhammad Muzamil" userId="85802257a49ad561" providerId="LiveId" clId="{0EDA4B87-0919-429D-91C2-6BEAB4B87FF7}" dt="2026-08-20T10:44:59.548" v="289" actId="478"/>
          <ac:spMkLst>
            <pc:docMk/>
            <pc:sldMk cId="3988303694" sldId="266"/>
            <ac:spMk id="26" creationId="{E5348567-04D4-7738-55B2-1E20CDFFC1C8}"/>
          </ac:spMkLst>
        </pc:spChg>
        <pc:spChg chg="add mod">
          <ac:chgData name="Muhammad Muzamil" userId="85802257a49ad561" providerId="LiveId" clId="{0EDA4B87-0919-429D-91C2-6BEAB4B87FF7}" dt="2026-08-20T09:30:21.103" v="66"/>
          <ac:spMkLst>
            <pc:docMk/>
            <pc:sldMk cId="3988303694" sldId="266"/>
            <ac:spMk id="29" creationId="{74C460ED-8F6C-326B-F4DD-8B5B48E55573}"/>
          </ac:spMkLst>
        </pc:spChg>
        <pc:spChg chg="del">
          <ac:chgData name="Muhammad Muzamil" userId="85802257a49ad561" providerId="LiveId" clId="{0EDA4B87-0919-429D-91C2-6BEAB4B87FF7}" dt="2026-08-20T10:44:59.548" v="289" actId="478"/>
          <ac:spMkLst>
            <pc:docMk/>
            <pc:sldMk cId="3988303694" sldId="266"/>
            <ac:spMk id="30" creationId="{2BCD532D-8796-8078-4B30-D086E1FCF844}"/>
          </ac:spMkLst>
        </pc:spChg>
        <pc:spChg chg="add mod">
          <ac:chgData name="Muhammad Muzamil" userId="85802257a49ad561" providerId="LiveId" clId="{0EDA4B87-0919-429D-91C2-6BEAB4B87FF7}" dt="2026-08-20T09:30:21.103" v="66"/>
          <ac:spMkLst>
            <pc:docMk/>
            <pc:sldMk cId="3988303694" sldId="266"/>
            <ac:spMk id="33" creationId="{7DBDC989-F9B9-CA3E-8707-09180E4382C5}"/>
          </ac:spMkLst>
        </pc:spChg>
        <pc:spChg chg="add mod">
          <ac:chgData name="Muhammad Muzamil" userId="85802257a49ad561" providerId="LiveId" clId="{0EDA4B87-0919-429D-91C2-6BEAB4B87FF7}" dt="2026-08-20T09:30:21.103" v="66"/>
          <ac:spMkLst>
            <pc:docMk/>
            <pc:sldMk cId="3988303694" sldId="266"/>
            <ac:spMk id="34" creationId="{DE0E9F64-57F5-16D3-F42B-7F3119D1B98A}"/>
          </ac:spMkLst>
        </pc:spChg>
        <pc:spChg chg="add del mod">
          <ac:chgData name="Muhammad Muzamil" userId="85802257a49ad561" providerId="LiveId" clId="{0EDA4B87-0919-429D-91C2-6BEAB4B87FF7}" dt="2026-08-20T10:44:59.548" v="289" actId="478"/>
          <ac:spMkLst>
            <pc:docMk/>
            <pc:sldMk cId="3988303694" sldId="266"/>
            <ac:spMk id="36" creationId="{2F85822B-06C3-E56E-4FF9-A400A40A3F26}"/>
          </ac:spMkLst>
        </pc:spChg>
        <pc:spChg chg="add mod">
          <ac:chgData name="Muhammad Muzamil" userId="85802257a49ad561" providerId="LiveId" clId="{0EDA4B87-0919-429D-91C2-6BEAB4B87FF7}" dt="2026-08-20T10:44:53.188" v="288"/>
          <ac:spMkLst>
            <pc:docMk/>
            <pc:sldMk cId="3988303694" sldId="266"/>
            <ac:spMk id="37" creationId="{9DF6634A-462C-F699-77DE-5C20AF24BDC9}"/>
          </ac:spMkLst>
        </pc:spChg>
        <pc:spChg chg="add mod">
          <ac:chgData name="Muhammad Muzamil" userId="85802257a49ad561" providerId="LiveId" clId="{0EDA4B87-0919-429D-91C2-6BEAB4B87FF7}" dt="2026-08-20T10:44:53.188" v="288"/>
          <ac:spMkLst>
            <pc:docMk/>
            <pc:sldMk cId="3988303694" sldId="266"/>
            <ac:spMk id="38" creationId="{1505DD08-A296-90DF-B904-42943719163B}"/>
          </ac:spMkLst>
        </pc:spChg>
        <pc:spChg chg="add mod">
          <ac:chgData name="Muhammad Muzamil" userId="85802257a49ad561" providerId="LiveId" clId="{0EDA4B87-0919-429D-91C2-6BEAB4B87FF7}" dt="2026-08-20T10:44:53.188" v="288"/>
          <ac:spMkLst>
            <pc:docMk/>
            <pc:sldMk cId="3988303694" sldId="266"/>
            <ac:spMk id="40" creationId="{EB536BAB-F607-6B80-903A-CE7847F70E8F}"/>
          </ac:spMkLst>
        </pc:spChg>
        <pc:spChg chg="add mod">
          <ac:chgData name="Muhammad Muzamil" userId="85802257a49ad561" providerId="LiveId" clId="{0EDA4B87-0919-429D-91C2-6BEAB4B87FF7}" dt="2026-08-20T10:44:53.188" v="288"/>
          <ac:spMkLst>
            <pc:docMk/>
            <pc:sldMk cId="3988303694" sldId="266"/>
            <ac:spMk id="43" creationId="{6298DF02-6AD7-0D11-9857-1F2F9D685A98}"/>
          </ac:spMkLst>
        </pc:spChg>
        <pc:spChg chg="add mod">
          <ac:chgData name="Muhammad Muzamil" userId="85802257a49ad561" providerId="LiveId" clId="{0EDA4B87-0919-429D-91C2-6BEAB4B87FF7}" dt="2026-08-20T10:44:53.188" v="288"/>
          <ac:spMkLst>
            <pc:docMk/>
            <pc:sldMk cId="3988303694" sldId="266"/>
            <ac:spMk id="45" creationId="{8ADD0876-B47A-AD63-9347-3164843691CE}"/>
          </ac:spMkLst>
        </pc:spChg>
        <pc:spChg chg="add mod">
          <ac:chgData name="Muhammad Muzamil" userId="85802257a49ad561" providerId="LiveId" clId="{0EDA4B87-0919-429D-91C2-6BEAB4B87FF7}" dt="2026-08-20T10:44:53.188" v="288"/>
          <ac:spMkLst>
            <pc:docMk/>
            <pc:sldMk cId="3988303694" sldId="266"/>
            <ac:spMk id="47" creationId="{436CE281-62D0-93DA-2BB0-C731DB4C4877}"/>
          </ac:spMkLst>
        </pc:spChg>
        <pc:spChg chg="add mod">
          <ac:chgData name="Muhammad Muzamil" userId="85802257a49ad561" providerId="LiveId" clId="{0EDA4B87-0919-429D-91C2-6BEAB4B87FF7}" dt="2026-08-20T10:44:53.188" v="288"/>
          <ac:spMkLst>
            <pc:docMk/>
            <pc:sldMk cId="3988303694" sldId="266"/>
            <ac:spMk id="54" creationId="{D5070289-19A4-3127-B874-39FEB16FA5C7}"/>
          </ac:spMkLst>
        </pc:spChg>
        <pc:spChg chg="add mod">
          <ac:chgData name="Muhammad Muzamil" userId="85802257a49ad561" providerId="LiveId" clId="{0EDA4B87-0919-429D-91C2-6BEAB4B87FF7}" dt="2026-08-20T10:44:53.188" v="288"/>
          <ac:spMkLst>
            <pc:docMk/>
            <pc:sldMk cId="3988303694" sldId="266"/>
            <ac:spMk id="56" creationId="{747A40A6-AED6-E45B-E599-23EA2D809EC1}"/>
          </ac:spMkLst>
        </pc:spChg>
        <pc:spChg chg="add mod">
          <ac:chgData name="Muhammad Muzamil" userId="85802257a49ad561" providerId="LiveId" clId="{0EDA4B87-0919-429D-91C2-6BEAB4B87FF7}" dt="2026-08-20T10:44:53.188" v="288"/>
          <ac:spMkLst>
            <pc:docMk/>
            <pc:sldMk cId="3988303694" sldId="266"/>
            <ac:spMk id="57" creationId="{8A6224BC-4206-5B52-49BC-27841E6EC3AF}"/>
          </ac:spMkLst>
        </pc:spChg>
        <pc:spChg chg="add mod">
          <ac:chgData name="Muhammad Muzamil" userId="85802257a49ad561" providerId="LiveId" clId="{0EDA4B87-0919-429D-91C2-6BEAB4B87FF7}" dt="2026-08-20T10:44:53.188" v="288"/>
          <ac:spMkLst>
            <pc:docMk/>
            <pc:sldMk cId="3988303694" sldId="266"/>
            <ac:spMk id="60" creationId="{D3704872-D5DC-6BFA-CC2D-F789DE27D0BF}"/>
          </ac:spMkLst>
        </pc:spChg>
        <pc:spChg chg="mod">
          <ac:chgData name="Muhammad Muzamil" userId="85802257a49ad561" providerId="LiveId" clId="{0EDA4B87-0919-429D-91C2-6BEAB4B87FF7}" dt="2026-08-20T12:31:03.075" v="576" actId="14100"/>
          <ac:spMkLst>
            <pc:docMk/>
            <pc:sldMk cId="3988303694" sldId="266"/>
            <ac:spMk id="65" creationId="{B7BE4EDB-C156-C89A-0AB0-87FD56393656}"/>
          </ac:spMkLst>
        </pc:spChg>
        <pc:spChg chg="add mod">
          <ac:chgData name="Muhammad Muzamil" userId="85802257a49ad561" providerId="LiveId" clId="{0EDA4B87-0919-429D-91C2-6BEAB4B87FF7}" dt="2026-08-20T10:45:01.675" v="290"/>
          <ac:spMkLst>
            <pc:docMk/>
            <pc:sldMk cId="3988303694" sldId="266"/>
            <ac:spMk id="66" creationId="{F95BFBA7-91F6-5D54-E18C-3BD8E7805FB4}"/>
          </ac:spMkLst>
        </pc:spChg>
        <pc:spChg chg="add mod">
          <ac:chgData name="Muhammad Muzamil" userId="85802257a49ad561" providerId="LiveId" clId="{0EDA4B87-0919-429D-91C2-6BEAB4B87FF7}" dt="2026-08-20T12:32:40.364" v="597" actId="403"/>
          <ac:spMkLst>
            <pc:docMk/>
            <pc:sldMk cId="3988303694" sldId="266"/>
            <ac:spMk id="67" creationId="{9546D5EA-6CFA-FA86-688D-A83499D4F050}"/>
          </ac:spMkLst>
        </pc:spChg>
        <pc:spChg chg="add mod">
          <ac:chgData name="Muhammad Muzamil" userId="85802257a49ad561" providerId="LiveId" clId="{0EDA4B87-0919-429D-91C2-6BEAB4B87FF7}" dt="2026-08-20T13:36:53.938" v="1057" actId="123"/>
          <ac:spMkLst>
            <pc:docMk/>
            <pc:sldMk cId="3988303694" sldId="266"/>
            <ac:spMk id="68" creationId="{A53FAB0D-6EF3-F03E-D15C-051C176A6E3A}"/>
          </ac:spMkLst>
        </pc:spChg>
        <pc:spChg chg="add mod">
          <ac:chgData name="Muhammad Muzamil" userId="85802257a49ad561" providerId="LiveId" clId="{0EDA4B87-0919-429D-91C2-6BEAB4B87FF7}" dt="2026-08-20T12:31:17.801" v="578" actId="14100"/>
          <ac:spMkLst>
            <pc:docMk/>
            <pc:sldMk cId="3988303694" sldId="266"/>
            <ac:spMk id="69" creationId="{AC5CAE78-9F0E-BABE-BDBA-448D9B13BD15}"/>
          </ac:spMkLst>
        </pc:spChg>
        <pc:spChg chg="add mod">
          <ac:chgData name="Muhammad Muzamil" userId="85802257a49ad561" providerId="LiveId" clId="{0EDA4B87-0919-429D-91C2-6BEAB4B87FF7}" dt="2026-08-20T10:45:01.675" v="290"/>
          <ac:spMkLst>
            <pc:docMk/>
            <pc:sldMk cId="3988303694" sldId="266"/>
            <ac:spMk id="70" creationId="{E0124CB1-3DE5-44E6-B7F6-0EC5710C8139}"/>
          </ac:spMkLst>
        </pc:spChg>
        <pc:spChg chg="add mod">
          <ac:chgData name="Muhammad Muzamil" userId="85802257a49ad561" providerId="LiveId" clId="{0EDA4B87-0919-429D-91C2-6BEAB4B87FF7}" dt="2026-08-20T12:32:44.741" v="600" actId="403"/>
          <ac:spMkLst>
            <pc:docMk/>
            <pc:sldMk cId="3988303694" sldId="266"/>
            <ac:spMk id="71" creationId="{9954D768-23B6-05DE-BA88-5572E7AD5F67}"/>
          </ac:spMkLst>
        </pc:spChg>
        <pc:spChg chg="mod">
          <ac:chgData name="Muhammad Muzamil" userId="85802257a49ad561" providerId="LiveId" clId="{0EDA4B87-0919-429D-91C2-6BEAB4B87FF7}" dt="2026-08-20T13:36:56.876" v="1058" actId="123"/>
          <ac:spMkLst>
            <pc:docMk/>
            <pc:sldMk cId="3988303694" sldId="266"/>
            <ac:spMk id="72" creationId="{9EEAA00A-6D07-2076-35C4-997CD634317E}"/>
          </ac:spMkLst>
        </pc:spChg>
        <pc:spChg chg="add mod">
          <ac:chgData name="Muhammad Muzamil" userId="85802257a49ad561" providerId="LiveId" clId="{0EDA4B87-0919-429D-91C2-6BEAB4B87FF7}" dt="2026-08-20T12:31:25.961" v="580" actId="14100"/>
          <ac:spMkLst>
            <pc:docMk/>
            <pc:sldMk cId="3988303694" sldId="266"/>
            <ac:spMk id="73" creationId="{AC6EC5CC-06A1-7149-A0CE-FB7BB1CC2D36}"/>
          </ac:spMkLst>
        </pc:spChg>
        <pc:spChg chg="add mod">
          <ac:chgData name="Muhammad Muzamil" userId="85802257a49ad561" providerId="LiveId" clId="{0EDA4B87-0919-429D-91C2-6BEAB4B87FF7}" dt="2026-08-20T10:45:01.675" v="290"/>
          <ac:spMkLst>
            <pc:docMk/>
            <pc:sldMk cId="3988303694" sldId="266"/>
            <ac:spMk id="74" creationId="{99BAC168-339A-BDE3-95FA-F4E71361C3CD}"/>
          </ac:spMkLst>
        </pc:spChg>
        <pc:spChg chg="mod">
          <ac:chgData name="Muhammad Muzamil" userId="85802257a49ad561" providerId="LiveId" clId="{0EDA4B87-0919-429D-91C2-6BEAB4B87FF7}" dt="2026-08-20T12:32:48.496" v="601" actId="403"/>
          <ac:spMkLst>
            <pc:docMk/>
            <pc:sldMk cId="3988303694" sldId="266"/>
            <ac:spMk id="75" creationId="{3B32B425-EFF1-0EE0-14E0-8D4FE06C6D63}"/>
          </ac:spMkLst>
        </pc:spChg>
        <pc:spChg chg="mod">
          <ac:chgData name="Muhammad Muzamil" userId="85802257a49ad561" providerId="LiveId" clId="{0EDA4B87-0919-429D-91C2-6BEAB4B87FF7}" dt="2026-08-20T13:37:01.167" v="1059" actId="123"/>
          <ac:spMkLst>
            <pc:docMk/>
            <pc:sldMk cId="3988303694" sldId="266"/>
            <ac:spMk id="76" creationId="{0179DCC2-E25D-525C-E692-577DCF4A9E07}"/>
          </ac:spMkLst>
        </pc:spChg>
        <pc:spChg chg="mod">
          <ac:chgData name="Muhammad Muzamil" userId="85802257a49ad561" providerId="LiveId" clId="{0EDA4B87-0919-429D-91C2-6BEAB4B87FF7}" dt="2026-08-20T12:31:32.922" v="583" actId="14100"/>
          <ac:spMkLst>
            <pc:docMk/>
            <pc:sldMk cId="3988303694" sldId="266"/>
            <ac:spMk id="77" creationId="{45FA838D-9B19-6BAF-43F1-5EF660223188}"/>
          </ac:spMkLst>
        </pc:spChg>
        <pc:spChg chg="add mod">
          <ac:chgData name="Muhammad Muzamil" userId="85802257a49ad561" providerId="LiveId" clId="{0EDA4B87-0919-429D-91C2-6BEAB4B87FF7}" dt="2026-08-20T12:32:58.450" v="603" actId="14100"/>
          <ac:spMkLst>
            <pc:docMk/>
            <pc:sldMk cId="3988303694" sldId="266"/>
            <ac:spMk id="78" creationId="{51276F42-F11D-AA72-0229-B9F6D3763882}"/>
          </ac:spMkLst>
        </pc:spChg>
        <pc:spChg chg="add mod">
          <ac:chgData name="Muhammad Muzamil" userId="85802257a49ad561" providerId="LiveId" clId="{0EDA4B87-0919-429D-91C2-6BEAB4B87FF7}" dt="2026-08-20T12:32:52.381" v="602" actId="403"/>
          <ac:spMkLst>
            <pc:docMk/>
            <pc:sldMk cId="3988303694" sldId="266"/>
            <ac:spMk id="79" creationId="{40F854A0-D368-5815-6DBC-39F272D16B04}"/>
          </ac:spMkLst>
        </pc:spChg>
        <pc:spChg chg="mod">
          <ac:chgData name="Muhammad Muzamil" userId="85802257a49ad561" providerId="LiveId" clId="{0EDA4B87-0919-429D-91C2-6BEAB4B87FF7}" dt="2026-08-20T13:37:04.685" v="1060" actId="123"/>
          <ac:spMkLst>
            <pc:docMk/>
            <pc:sldMk cId="3988303694" sldId="266"/>
            <ac:spMk id="80" creationId="{D4CA27E2-6D68-B645-FDD2-BED6F208BB31}"/>
          </ac:spMkLst>
        </pc:spChg>
        <pc:spChg chg="del">
          <ac:chgData name="Muhammad Muzamil" userId="85802257a49ad561" providerId="LiveId" clId="{0EDA4B87-0919-429D-91C2-6BEAB4B87FF7}" dt="2026-08-20T12:29:34.810" v="555" actId="21"/>
          <ac:spMkLst>
            <pc:docMk/>
            <pc:sldMk cId="3988303694" sldId="266"/>
            <ac:spMk id="81" creationId="{D7BC2594-3C60-CD82-7F93-1432152EA658}"/>
          </ac:spMkLst>
        </pc:spChg>
        <pc:spChg chg="del mod">
          <ac:chgData name="Muhammad Muzamil" userId="85802257a49ad561" providerId="LiveId" clId="{0EDA4B87-0919-429D-91C2-6BEAB4B87FF7}" dt="2026-08-20T12:30:06.872" v="561"/>
          <ac:spMkLst>
            <pc:docMk/>
            <pc:sldMk cId="3988303694" sldId="266"/>
            <ac:spMk id="82" creationId="{401223EF-F1E6-47DB-B678-82C5C31117E4}"/>
          </ac:spMkLst>
        </pc:spChg>
        <pc:spChg chg="del mod">
          <ac:chgData name="Muhammad Muzamil" userId="85802257a49ad561" providerId="LiveId" clId="{0EDA4B87-0919-429D-91C2-6BEAB4B87FF7}" dt="2026-08-20T12:30:57.904" v="575" actId="478"/>
          <ac:spMkLst>
            <pc:docMk/>
            <pc:sldMk cId="3988303694" sldId="266"/>
            <ac:spMk id="83" creationId="{1FECD30F-2B43-1AA9-7DAA-928B59CC3968}"/>
          </ac:spMkLst>
        </pc:spChg>
        <pc:spChg chg="del mod">
          <ac:chgData name="Muhammad Muzamil" userId="85802257a49ad561" providerId="LiveId" clId="{0EDA4B87-0919-429D-91C2-6BEAB4B87FF7}" dt="2026-08-20T12:30:29.232" v="568"/>
          <ac:spMkLst>
            <pc:docMk/>
            <pc:sldMk cId="3988303694" sldId="266"/>
            <ac:spMk id="84" creationId="{19BECD3B-E069-AC00-0EE5-EAE3B5C38A3C}"/>
          </ac:spMkLst>
        </pc:spChg>
      </pc:sldChg>
      <pc:sldChg chg="addSp delSp modSp new mod">
        <pc:chgData name="Muhammad Muzamil" userId="85802257a49ad561" providerId="LiveId" clId="{0EDA4B87-0919-429D-91C2-6BEAB4B87FF7}" dt="2026-08-20T10:46:06.602" v="310"/>
        <pc:sldMkLst>
          <pc:docMk/>
          <pc:sldMk cId="4036717792" sldId="267"/>
        </pc:sldMkLst>
        <pc:spChg chg="add mod">
          <ac:chgData name="Muhammad Muzamil" userId="85802257a49ad561" providerId="LiveId" clId="{0EDA4B87-0919-429D-91C2-6BEAB4B87FF7}" dt="2026-08-20T10:45:39.985" v="293"/>
          <ac:spMkLst>
            <pc:docMk/>
            <pc:sldMk cId="4036717792" sldId="267"/>
            <ac:spMk id="7" creationId="{919FDD22-4A93-50F4-5683-7AF0F6372D04}"/>
          </ac:spMkLst>
        </pc:spChg>
        <pc:spChg chg="add mod">
          <ac:chgData name="Muhammad Muzamil" userId="85802257a49ad561" providerId="LiveId" clId="{0EDA4B87-0919-429D-91C2-6BEAB4B87FF7}" dt="2026-08-20T10:45:39.985" v="293"/>
          <ac:spMkLst>
            <pc:docMk/>
            <pc:sldMk cId="4036717792" sldId="267"/>
            <ac:spMk id="22" creationId="{CC64A9E7-2D01-9333-1BE0-76B2AA54B278}"/>
          </ac:spMkLst>
        </pc:spChg>
        <pc:spChg chg="add mod">
          <ac:chgData name="Muhammad Muzamil" userId="85802257a49ad561" providerId="LiveId" clId="{0EDA4B87-0919-429D-91C2-6BEAB4B87FF7}" dt="2026-08-20T10:45:39.985" v="293"/>
          <ac:spMkLst>
            <pc:docMk/>
            <pc:sldMk cId="4036717792" sldId="267"/>
            <ac:spMk id="23" creationId="{6FF6BA3F-6EEC-909F-E6C4-13534D273F92}"/>
          </ac:spMkLst>
        </pc:spChg>
        <pc:spChg chg="add mod">
          <ac:chgData name="Muhammad Muzamil" userId="85802257a49ad561" providerId="LiveId" clId="{0EDA4B87-0919-429D-91C2-6BEAB4B87FF7}" dt="2026-08-20T10:45:39.985" v="293"/>
          <ac:spMkLst>
            <pc:docMk/>
            <pc:sldMk cId="4036717792" sldId="267"/>
            <ac:spMk id="47" creationId="{98E884AE-1B7F-EE41-A463-31EC0677A796}"/>
          </ac:spMkLst>
        </pc:spChg>
        <pc:spChg chg="add mod">
          <ac:chgData name="Muhammad Muzamil" userId="85802257a49ad561" providerId="LiveId" clId="{0EDA4B87-0919-429D-91C2-6BEAB4B87FF7}" dt="2026-08-20T10:45:39.985" v="293"/>
          <ac:spMkLst>
            <pc:docMk/>
            <pc:sldMk cId="4036717792" sldId="267"/>
            <ac:spMk id="52" creationId="{3E14C335-59D9-0FC0-A8E9-62C62A928814}"/>
          </ac:spMkLst>
        </pc:spChg>
        <pc:spChg chg="add mod">
          <ac:chgData name="Muhammad Muzamil" userId="85802257a49ad561" providerId="LiveId" clId="{0EDA4B87-0919-429D-91C2-6BEAB4B87FF7}" dt="2026-08-20T10:45:39.985" v="293"/>
          <ac:spMkLst>
            <pc:docMk/>
            <pc:sldMk cId="4036717792" sldId="267"/>
            <ac:spMk id="54" creationId="{F4224BB9-2E06-6BD6-16E3-F6D116C7B885}"/>
          </ac:spMkLst>
        </pc:spChg>
        <pc:spChg chg="add mod">
          <ac:chgData name="Muhammad Muzamil" userId="85802257a49ad561" providerId="LiveId" clId="{0EDA4B87-0919-429D-91C2-6BEAB4B87FF7}" dt="2026-08-20T10:45:39.985" v="293"/>
          <ac:spMkLst>
            <pc:docMk/>
            <pc:sldMk cId="4036717792" sldId="267"/>
            <ac:spMk id="59" creationId="{9869E8C9-8783-4AEA-047D-8F02056786BC}"/>
          </ac:spMkLst>
        </pc:spChg>
        <pc:spChg chg="add mod">
          <ac:chgData name="Muhammad Muzamil" userId="85802257a49ad561" providerId="LiveId" clId="{0EDA4B87-0919-429D-91C2-6BEAB4B87FF7}" dt="2026-08-20T10:45:39.985" v="293"/>
          <ac:spMkLst>
            <pc:docMk/>
            <pc:sldMk cId="4036717792" sldId="267"/>
            <ac:spMk id="69" creationId="{488D6211-CC43-568C-C6C2-EC758109DC3B}"/>
          </ac:spMkLst>
        </pc:spChg>
        <pc:spChg chg="add mod">
          <ac:chgData name="Muhammad Muzamil" userId="85802257a49ad561" providerId="LiveId" clId="{0EDA4B87-0919-429D-91C2-6BEAB4B87FF7}" dt="2026-08-20T10:45:39.985" v="293"/>
          <ac:spMkLst>
            <pc:docMk/>
            <pc:sldMk cId="4036717792" sldId="267"/>
            <ac:spMk id="72" creationId="{F09B9206-9325-C66C-2389-FAADC28D10FA}"/>
          </ac:spMkLst>
        </pc:spChg>
        <pc:spChg chg="del mod">
          <ac:chgData name="Muhammad Muzamil" userId="85802257a49ad561" providerId="LiveId" clId="{0EDA4B87-0919-429D-91C2-6BEAB4B87FF7}" dt="2026-08-20T10:46:06.602" v="310"/>
          <ac:spMkLst>
            <pc:docMk/>
            <pc:sldMk cId="4036717792" sldId="267"/>
            <ac:spMk id="96" creationId="{DA89F43A-D8BD-C04C-CD47-D0C69E09868B}"/>
          </ac:spMkLst>
        </pc:spChg>
        <pc:spChg chg="del">
          <ac:chgData name="Muhammad Muzamil" userId="85802257a49ad561" providerId="LiveId" clId="{0EDA4B87-0919-429D-91C2-6BEAB4B87FF7}" dt="2026-08-20T10:45:57.675" v="303" actId="478"/>
          <ac:spMkLst>
            <pc:docMk/>
            <pc:sldMk cId="4036717792" sldId="267"/>
            <ac:spMk id="97" creationId="{C0A9892B-B744-B25B-0366-D25DCA482690}"/>
          </ac:spMkLst>
        </pc:spChg>
        <pc:spChg chg="del">
          <ac:chgData name="Muhammad Muzamil" userId="85802257a49ad561" providerId="LiveId" clId="{0EDA4B87-0919-429D-91C2-6BEAB4B87FF7}" dt="2026-08-20T10:45:55.985" v="298" actId="478"/>
          <ac:spMkLst>
            <pc:docMk/>
            <pc:sldMk cId="4036717792" sldId="267"/>
            <ac:spMk id="98" creationId="{6236B930-9970-3185-C219-281E0EC8B346}"/>
          </ac:spMkLst>
        </pc:spChg>
        <pc:spChg chg="add del mod">
          <ac:chgData name="Muhammad Muzamil" userId="85802257a49ad561" providerId="LiveId" clId="{0EDA4B87-0919-429D-91C2-6BEAB4B87FF7}" dt="2026-08-20T10:45:55.985" v="302"/>
          <ac:spMkLst>
            <pc:docMk/>
            <pc:sldMk cId="4036717792" sldId="267"/>
            <ac:spMk id="99" creationId="{0EAF0DCC-39A6-0537-16D1-5C1F5E4E4448}"/>
          </ac:spMkLst>
        </pc:spChg>
        <pc:spChg chg="del mod">
          <ac:chgData name="Muhammad Muzamil" userId="85802257a49ad561" providerId="LiveId" clId="{0EDA4B87-0919-429D-91C2-6BEAB4B87FF7}" dt="2026-08-20T10:45:55.985" v="300"/>
          <ac:spMkLst>
            <pc:docMk/>
            <pc:sldMk cId="4036717792" sldId="267"/>
            <ac:spMk id="100" creationId="{0AC727EB-113B-E532-480C-E5E6EF965225}"/>
          </ac:spMkLst>
        </pc:spChg>
      </pc:sldChg>
      <pc:sldChg chg="addSp delSp modSp new mod">
        <pc:chgData name="Muhammad Muzamil" userId="85802257a49ad561" providerId="LiveId" clId="{0EDA4B87-0919-429D-91C2-6BEAB4B87FF7}" dt="2026-08-20T12:29:00.745" v="551" actId="123"/>
        <pc:sldMkLst>
          <pc:docMk/>
          <pc:sldMk cId="556258410" sldId="268"/>
        </pc:sldMkLst>
        <pc:spChg chg="add mod">
          <ac:chgData name="Muhammad Muzamil" userId="85802257a49ad561" providerId="LiveId" clId="{0EDA4B87-0919-429D-91C2-6BEAB4B87FF7}" dt="2026-08-20T12:15:18.220" v="327"/>
          <ac:spMkLst>
            <pc:docMk/>
            <pc:sldMk cId="556258410" sldId="268"/>
            <ac:spMk id="3" creationId="{5835686E-C515-E579-0D97-E046097AF552}"/>
          </ac:spMkLst>
        </pc:spChg>
        <pc:spChg chg="del">
          <ac:chgData name="Muhammad Muzamil" userId="85802257a49ad561" providerId="LiveId" clId="{0EDA4B87-0919-429D-91C2-6BEAB4B87FF7}" dt="2026-08-20T12:23:27.728" v="431" actId="478"/>
          <ac:spMkLst>
            <pc:docMk/>
            <pc:sldMk cId="556258410" sldId="268"/>
            <ac:spMk id="5" creationId="{5CF7BB14-9933-952B-FC07-25E633D23DD3}"/>
          </ac:spMkLst>
        </pc:spChg>
        <pc:spChg chg="add del mod">
          <ac:chgData name="Muhammad Muzamil" userId="85802257a49ad561" providerId="LiveId" clId="{0EDA4B87-0919-429D-91C2-6BEAB4B87FF7}" dt="2026-08-20T12:28:33.600" v="548" actId="1076"/>
          <ac:spMkLst>
            <pc:docMk/>
            <pc:sldMk cId="556258410" sldId="268"/>
            <ac:spMk id="6" creationId="{BF2ED9A2-6D4D-D46E-81F5-04F93AA3809E}"/>
          </ac:spMkLst>
        </pc:spChg>
        <pc:spChg chg="add del mod">
          <ac:chgData name="Muhammad Muzamil" userId="85802257a49ad561" providerId="LiveId" clId="{0EDA4B87-0919-429D-91C2-6BEAB4B87FF7}" dt="2026-08-20T12:24:16.094" v="457" actId="255"/>
          <ac:spMkLst>
            <pc:docMk/>
            <pc:sldMk cId="556258410" sldId="268"/>
            <ac:spMk id="7" creationId="{FFC95DCD-B245-208C-4F37-26984BEA0DEF}"/>
          </ac:spMkLst>
        </pc:spChg>
        <pc:spChg chg="add del mod">
          <ac:chgData name="Muhammad Muzamil" userId="85802257a49ad561" providerId="LiveId" clId="{0EDA4B87-0919-429D-91C2-6BEAB4B87FF7}" dt="2026-08-20T12:29:00.745" v="551" actId="123"/>
          <ac:spMkLst>
            <pc:docMk/>
            <pc:sldMk cId="556258410" sldId="268"/>
            <ac:spMk id="8" creationId="{5F1B1154-83E8-3D3C-CBA0-ED53FFFAD32C}"/>
          </ac:spMkLst>
        </pc:spChg>
        <pc:spChg chg="add del mod">
          <ac:chgData name="Muhammad Muzamil" userId="85802257a49ad561" providerId="LiveId" clId="{0EDA4B87-0919-429D-91C2-6BEAB4B87FF7}" dt="2026-08-20T12:26:45.639" v="530" actId="478"/>
          <ac:spMkLst>
            <pc:docMk/>
            <pc:sldMk cId="556258410" sldId="268"/>
            <ac:spMk id="9" creationId="{D680CB4D-8C02-92EA-37C8-B6DE3763174B}"/>
          </ac:spMkLst>
        </pc:spChg>
        <pc:spChg chg="add del">
          <ac:chgData name="Muhammad Muzamil" userId="85802257a49ad561" providerId="LiveId" clId="{0EDA4B87-0919-429D-91C2-6BEAB4B87FF7}" dt="2026-08-20T12:26:47.456" v="531" actId="478"/>
          <ac:spMkLst>
            <pc:docMk/>
            <pc:sldMk cId="556258410" sldId="268"/>
            <ac:spMk id="10" creationId="{B9BA38CB-2EC7-B66D-D64B-BB651F2147DE}"/>
          </ac:spMkLst>
        </pc:spChg>
        <pc:spChg chg="add del mod">
          <ac:chgData name="Muhammad Muzamil" userId="85802257a49ad561" providerId="LiveId" clId="{0EDA4B87-0919-429D-91C2-6BEAB4B87FF7}" dt="2026-08-20T12:26:51.373" v="535"/>
          <ac:spMkLst>
            <pc:docMk/>
            <pc:sldMk cId="556258410" sldId="268"/>
            <ac:spMk id="11" creationId="{2C7AB9C8-180E-37D1-353D-1C9E942057D4}"/>
          </ac:spMkLst>
        </pc:spChg>
        <pc:spChg chg="add del mod">
          <ac:chgData name="Muhammad Muzamil" userId="85802257a49ad561" providerId="LiveId" clId="{0EDA4B87-0919-429D-91C2-6BEAB4B87FF7}" dt="2026-08-20T12:25:30.810" v="509" actId="478"/>
          <ac:spMkLst>
            <pc:docMk/>
            <pc:sldMk cId="556258410" sldId="268"/>
            <ac:spMk id="12" creationId="{DD21FC0F-6FAE-3951-0E06-9B6A0D02C3A4}"/>
          </ac:spMkLst>
        </pc:spChg>
        <pc:spChg chg="add del">
          <ac:chgData name="Muhammad Muzamil" userId="85802257a49ad561" providerId="LiveId" clId="{0EDA4B87-0919-429D-91C2-6BEAB4B87FF7}" dt="2026-08-20T12:25:36.793" v="511" actId="478"/>
          <ac:spMkLst>
            <pc:docMk/>
            <pc:sldMk cId="556258410" sldId="268"/>
            <ac:spMk id="13" creationId="{3E1B0BA1-CC86-9459-9224-2DCE44530DA6}"/>
          </ac:spMkLst>
        </pc:spChg>
        <pc:spChg chg="add del">
          <ac:chgData name="Muhammad Muzamil" userId="85802257a49ad561" providerId="LiveId" clId="{0EDA4B87-0919-429D-91C2-6BEAB4B87FF7}" dt="2026-08-20T12:25:44.860" v="516" actId="478"/>
          <ac:spMkLst>
            <pc:docMk/>
            <pc:sldMk cId="556258410" sldId="268"/>
            <ac:spMk id="14" creationId="{14CB2D0B-4A32-267F-51C6-489DBD007E73}"/>
          </ac:spMkLst>
        </pc:spChg>
        <pc:spChg chg="add del mod">
          <ac:chgData name="Muhammad Muzamil" userId="85802257a49ad561" providerId="LiveId" clId="{0EDA4B87-0919-429D-91C2-6BEAB4B87FF7}" dt="2026-08-20T12:25:44.860" v="520"/>
          <ac:spMkLst>
            <pc:docMk/>
            <pc:sldMk cId="556258410" sldId="268"/>
            <ac:spMk id="15" creationId="{FD59B1F9-C5CD-EF1A-38D7-CBC082924818}"/>
          </ac:spMkLst>
        </pc:spChg>
        <pc:spChg chg="add del mod">
          <ac:chgData name="Muhammad Muzamil" userId="85802257a49ad561" providerId="LiveId" clId="{0EDA4B87-0919-429D-91C2-6BEAB4B87FF7}" dt="2026-08-20T12:25:44.860" v="518"/>
          <ac:spMkLst>
            <pc:docMk/>
            <pc:sldMk cId="556258410" sldId="268"/>
            <ac:spMk id="16" creationId="{8994DD71-FB69-A36D-AFAE-293CFAEAF7F5}"/>
          </ac:spMkLst>
        </pc:spChg>
        <pc:spChg chg="add del mod">
          <ac:chgData name="Muhammad Muzamil" userId="85802257a49ad561" providerId="LiveId" clId="{0EDA4B87-0919-429D-91C2-6BEAB4B87FF7}" dt="2026-08-20T12:28:44.386" v="549" actId="478"/>
          <ac:spMkLst>
            <pc:docMk/>
            <pc:sldMk cId="556258410" sldId="268"/>
            <ac:spMk id="17" creationId="{E1EC19AE-B6AB-D63B-1B06-5C08CCF64521}"/>
          </ac:spMkLst>
        </pc:spChg>
        <pc:spChg chg="add del mod">
          <ac:chgData name="Muhammad Muzamil" userId="85802257a49ad561" providerId="LiveId" clId="{0EDA4B87-0919-429D-91C2-6BEAB4B87FF7}" dt="2026-08-20T12:28:21.289" v="546" actId="14100"/>
          <ac:spMkLst>
            <pc:docMk/>
            <pc:sldMk cId="556258410" sldId="268"/>
            <ac:spMk id="18" creationId="{804C92D6-C707-BE0F-1225-22A47B665B57}"/>
          </ac:spMkLst>
        </pc:spChg>
        <pc:spChg chg="add del mod">
          <ac:chgData name="Muhammad Muzamil" userId="85802257a49ad561" providerId="LiveId" clId="{0EDA4B87-0919-429D-91C2-6BEAB4B87FF7}" dt="2026-08-20T12:27:50.610" v="542" actId="1076"/>
          <ac:spMkLst>
            <pc:docMk/>
            <pc:sldMk cId="556258410" sldId="268"/>
            <ac:spMk id="19" creationId="{44AEE03C-DBF5-3532-369E-AA68ADB746CF}"/>
          </ac:spMkLst>
        </pc:spChg>
        <pc:spChg chg="add del mod">
          <ac:chgData name="Muhammad Muzamil" userId="85802257a49ad561" providerId="LiveId" clId="{0EDA4B87-0919-429D-91C2-6BEAB4B87FF7}" dt="2026-08-20T12:28:56.728" v="550" actId="123"/>
          <ac:spMkLst>
            <pc:docMk/>
            <pc:sldMk cId="556258410" sldId="268"/>
            <ac:spMk id="20" creationId="{47A2CB44-9E69-31BB-77EC-D0709D2ECE30}"/>
          </ac:spMkLst>
        </pc:spChg>
        <pc:spChg chg="add mod">
          <ac:chgData name="Muhammad Muzamil" userId="85802257a49ad561" providerId="LiveId" clId="{0EDA4B87-0919-429D-91C2-6BEAB4B87FF7}" dt="2026-08-20T12:15:18.220" v="327"/>
          <ac:spMkLst>
            <pc:docMk/>
            <pc:sldMk cId="556258410" sldId="268"/>
            <ac:spMk id="21" creationId="{AD78FECE-56A4-1145-5691-7396BE95624C}"/>
          </ac:spMkLst>
        </pc:spChg>
        <pc:spChg chg="add mod">
          <ac:chgData name="Muhammad Muzamil" userId="85802257a49ad561" providerId="LiveId" clId="{0EDA4B87-0919-429D-91C2-6BEAB4B87FF7}" dt="2026-08-20T12:15:18.220" v="327"/>
          <ac:spMkLst>
            <pc:docMk/>
            <pc:sldMk cId="556258410" sldId="268"/>
            <ac:spMk id="22" creationId="{D4CB3968-2EE9-C3ED-0985-3883D77CC104}"/>
          </ac:spMkLst>
        </pc:spChg>
        <pc:spChg chg="add mod">
          <ac:chgData name="Muhammad Muzamil" userId="85802257a49ad561" providerId="LiveId" clId="{0EDA4B87-0919-429D-91C2-6BEAB4B87FF7}" dt="2026-08-20T12:15:18.220" v="327"/>
          <ac:spMkLst>
            <pc:docMk/>
            <pc:sldMk cId="556258410" sldId="268"/>
            <ac:spMk id="23" creationId="{D19422F3-F010-EF1B-DAF3-C9434658E220}"/>
          </ac:spMkLst>
        </pc:spChg>
        <pc:spChg chg="add mod">
          <ac:chgData name="Muhammad Muzamil" userId="85802257a49ad561" providerId="LiveId" clId="{0EDA4B87-0919-429D-91C2-6BEAB4B87FF7}" dt="2026-08-20T12:15:18.220" v="327"/>
          <ac:spMkLst>
            <pc:docMk/>
            <pc:sldMk cId="556258410" sldId="268"/>
            <ac:spMk id="24" creationId="{CCDAE0D1-4846-C9D0-361F-6CD7746427AF}"/>
          </ac:spMkLst>
        </pc:spChg>
      </pc:sldChg>
      <pc:sldChg chg="new del">
        <pc:chgData name="Muhammad Muzamil" userId="85802257a49ad561" providerId="LiveId" clId="{0EDA4B87-0919-429D-91C2-6BEAB4B87FF7}" dt="2026-08-20T12:29:25.813" v="553" actId="680"/>
        <pc:sldMkLst>
          <pc:docMk/>
          <pc:sldMk cId="2442521898" sldId="269"/>
        </pc:sldMkLst>
      </pc:sldChg>
      <pc:sldChg chg="addSp delSp modSp new mod">
        <pc:chgData name="Muhammad Muzamil" userId="85802257a49ad561" providerId="LiveId" clId="{0EDA4B87-0919-429D-91C2-6BEAB4B87FF7}" dt="2026-08-20T13:36:47.583" v="1056" actId="123"/>
        <pc:sldMkLst>
          <pc:docMk/>
          <pc:sldMk cId="3839848042" sldId="269"/>
        </pc:sldMkLst>
        <pc:spChg chg="add mod">
          <ac:chgData name="Muhammad Muzamil" userId="85802257a49ad561" providerId="LiveId" clId="{0EDA4B87-0919-429D-91C2-6BEAB4B87FF7}" dt="2026-08-20T13:36:47.583" v="1056" actId="123"/>
          <ac:spMkLst>
            <pc:docMk/>
            <pc:sldMk cId="3839848042" sldId="269"/>
            <ac:spMk id="3" creationId="{27FF2CAA-4319-890B-FBB7-1708BD2E5371}"/>
          </ac:spMkLst>
        </pc:spChg>
        <pc:spChg chg="add del mod">
          <ac:chgData name="Muhammad Muzamil" userId="85802257a49ad561" providerId="LiveId" clId="{0EDA4B87-0919-429D-91C2-6BEAB4B87FF7}" dt="2026-08-20T12:30:54.181" v="574"/>
          <ac:spMkLst>
            <pc:docMk/>
            <pc:sldMk cId="3839848042" sldId="269"/>
            <ac:spMk id="5" creationId="{17C00DF0-BF34-3A34-E453-4F3C73938B58}"/>
          </ac:spMkLst>
        </pc:spChg>
        <pc:spChg chg="add mod">
          <ac:chgData name="Muhammad Muzamil" userId="85802257a49ad561" providerId="LiveId" clId="{0EDA4B87-0919-429D-91C2-6BEAB4B87FF7}" dt="2026-08-20T12:29:56.171" v="558" actId="255"/>
          <ac:spMkLst>
            <pc:docMk/>
            <pc:sldMk cId="3839848042" sldId="269"/>
            <ac:spMk id="81" creationId="{D7BC2594-3C60-CD82-7F93-1432152EA658}"/>
          </ac:spMkLst>
        </pc:spChg>
      </pc:sldChg>
      <pc:sldChg chg="addSp delSp modSp new mod">
        <pc:chgData name="Muhammad Muzamil" userId="85802257a49ad561" providerId="LiveId" clId="{0EDA4B87-0919-429D-91C2-6BEAB4B87FF7}" dt="2026-08-20T13:36:21.839" v="1053" actId="123"/>
        <pc:sldMkLst>
          <pc:docMk/>
          <pc:sldMk cId="3412580641" sldId="270"/>
        </pc:sldMkLst>
        <pc:spChg chg="add mod">
          <ac:chgData name="Muhammad Muzamil" userId="85802257a49ad561" providerId="LiveId" clId="{0EDA4B87-0919-429D-91C2-6BEAB4B87FF7}" dt="2026-08-20T12:40:46.932" v="636" actId="1076"/>
          <ac:spMkLst>
            <pc:docMk/>
            <pc:sldMk cId="3412580641" sldId="270"/>
            <ac:spMk id="3" creationId="{3429EAB1-328F-FC68-678E-6DC56FAC49F6}"/>
          </ac:spMkLst>
        </pc:spChg>
        <pc:spChg chg="add mod">
          <ac:chgData name="Muhammad Muzamil" userId="85802257a49ad561" providerId="LiveId" clId="{0EDA4B87-0919-429D-91C2-6BEAB4B87FF7}" dt="2026-08-20T12:40:48.599" v="637"/>
          <ac:spMkLst>
            <pc:docMk/>
            <pc:sldMk cId="3412580641" sldId="270"/>
            <ac:spMk id="4" creationId="{FB9459AB-E28B-B4C5-EB52-5594CB509FDD}"/>
          </ac:spMkLst>
        </pc:spChg>
        <pc:spChg chg="add mod">
          <ac:chgData name="Muhammad Muzamil" userId="85802257a49ad561" providerId="LiveId" clId="{0EDA4B87-0919-429D-91C2-6BEAB4B87FF7}" dt="2026-08-20T12:41:10.852" v="643" actId="255"/>
          <ac:spMkLst>
            <pc:docMk/>
            <pc:sldMk cId="3412580641" sldId="270"/>
            <ac:spMk id="6" creationId="{700CF959-A4CA-8C11-88F4-BA2814FC7AAD}"/>
          </ac:spMkLst>
        </pc:spChg>
        <pc:spChg chg="add del mod">
          <ac:chgData name="Muhammad Muzamil" userId="85802257a49ad561" providerId="LiveId" clId="{0EDA4B87-0919-429D-91C2-6BEAB4B87FF7}" dt="2026-08-20T12:42:19.406" v="661"/>
          <ac:spMkLst>
            <pc:docMk/>
            <pc:sldMk cId="3412580641" sldId="270"/>
            <ac:spMk id="8" creationId="{3764B655-6CD9-0C16-8656-4B591E5DBA28}"/>
          </ac:spMkLst>
        </pc:spChg>
        <pc:spChg chg="add mod">
          <ac:chgData name="Muhammad Muzamil" userId="85802257a49ad561" providerId="LiveId" clId="{0EDA4B87-0919-429D-91C2-6BEAB4B87FF7}" dt="2026-08-20T13:36:21.839" v="1053" actId="123"/>
          <ac:spMkLst>
            <pc:docMk/>
            <pc:sldMk cId="3412580641" sldId="270"/>
            <ac:spMk id="9" creationId="{00000000-0000-0000-0000-000000000000}"/>
          </ac:spMkLst>
        </pc:spChg>
        <pc:spChg chg="add mod">
          <ac:chgData name="Muhammad Muzamil" userId="85802257a49ad561" providerId="LiveId" clId="{0EDA4B87-0919-429D-91C2-6BEAB4B87FF7}" dt="2026-08-20T12:42:35.914" v="666" actId="1076"/>
          <ac:spMkLst>
            <pc:docMk/>
            <pc:sldMk cId="3412580641" sldId="270"/>
            <ac:spMk id="11" creationId="{025971A5-27DC-4D78-9CD8-4CF2692DB3C4}"/>
          </ac:spMkLst>
        </pc:spChg>
        <pc:spChg chg="add mod">
          <ac:chgData name="Muhammad Muzamil" userId="85802257a49ad561" providerId="LiveId" clId="{0EDA4B87-0919-429D-91C2-6BEAB4B87FF7}" dt="2026-08-20T12:43:23.991" v="675" actId="1076"/>
          <ac:spMkLst>
            <pc:docMk/>
            <pc:sldMk cId="3412580641" sldId="270"/>
            <ac:spMk id="12" creationId="{00000000-0000-0000-0000-000000000000}"/>
          </ac:spMkLst>
        </pc:spChg>
        <pc:spChg chg="add mod">
          <ac:chgData name="Muhammad Muzamil" userId="85802257a49ad561" providerId="LiveId" clId="{0EDA4B87-0919-429D-91C2-6BEAB4B87FF7}" dt="2026-08-20T12:44:00.407" v="681" actId="1076"/>
          <ac:spMkLst>
            <pc:docMk/>
            <pc:sldMk cId="3412580641" sldId="270"/>
            <ac:spMk id="24" creationId="{00000000-0000-0000-0000-000000000000}"/>
          </ac:spMkLst>
        </pc:spChg>
        <pc:spChg chg="add mod">
          <ac:chgData name="Muhammad Muzamil" userId="85802257a49ad561" providerId="LiveId" clId="{0EDA4B87-0919-429D-91C2-6BEAB4B87FF7}" dt="2026-08-20T12:43:46.397" v="678" actId="1076"/>
          <ac:spMkLst>
            <pc:docMk/>
            <pc:sldMk cId="3412580641" sldId="270"/>
            <ac:spMk id="25" creationId="{00000000-0000-0000-0000-000000000000}"/>
          </ac:spMkLst>
        </pc:spChg>
        <pc:spChg chg="add mod">
          <ac:chgData name="Muhammad Muzamil" userId="85802257a49ad561" providerId="LiveId" clId="{0EDA4B87-0919-429D-91C2-6BEAB4B87FF7}" dt="2026-08-20T12:43:46.397" v="678" actId="1076"/>
          <ac:spMkLst>
            <pc:docMk/>
            <pc:sldMk cId="3412580641" sldId="270"/>
            <ac:spMk id="26" creationId="{00000000-0000-0000-0000-000000000000}"/>
          </ac:spMkLst>
        </pc:spChg>
        <pc:spChg chg="add mod">
          <ac:chgData name="Muhammad Muzamil" userId="85802257a49ad561" providerId="LiveId" clId="{0EDA4B87-0919-429D-91C2-6BEAB4B87FF7}" dt="2026-08-20T12:44:31.321" v="686" actId="1076"/>
          <ac:spMkLst>
            <pc:docMk/>
            <pc:sldMk cId="3412580641" sldId="270"/>
            <ac:spMk id="27" creationId="{00000000-0000-0000-0000-000000000000}"/>
          </ac:spMkLst>
        </pc:spChg>
        <pc:spChg chg="add mod">
          <ac:chgData name="Muhammad Muzamil" userId="85802257a49ad561" providerId="LiveId" clId="{0EDA4B87-0919-429D-91C2-6BEAB4B87FF7}" dt="2026-08-20T12:43:46.397" v="678" actId="1076"/>
          <ac:spMkLst>
            <pc:docMk/>
            <pc:sldMk cId="3412580641" sldId="270"/>
            <ac:spMk id="28" creationId="{00000000-0000-0000-0000-000000000000}"/>
          </ac:spMkLst>
        </pc:spChg>
        <pc:spChg chg="add mod">
          <ac:chgData name="Muhammad Muzamil" userId="85802257a49ad561" providerId="LiveId" clId="{0EDA4B87-0919-429D-91C2-6BEAB4B87FF7}" dt="2026-08-20T12:43:46.397" v="678" actId="1076"/>
          <ac:spMkLst>
            <pc:docMk/>
            <pc:sldMk cId="3412580641" sldId="270"/>
            <ac:spMk id="29" creationId="{00000000-0000-0000-0000-000000000000}"/>
          </ac:spMkLst>
        </pc:spChg>
        <pc:spChg chg="add mod">
          <ac:chgData name="Muhammad Muzamil" userId="85802257a49ad561" providerId="LiveId" clId="{0EDA4B87-0919-429D-91C2-6BEAB4B87FF7}" dt="2026-08-20T12:44:41.766" v="689" actId="1076"/>
          <ac:spMkLst>
            <pc:docMk/>
            <pc:sldMk cId="3412580641" sldId="270"/>
            <ac:spMk id="30" creationId="{00000000-0000-0000-0000-000000000000}"/>
          </ac:spMkLst>
        </pc:spChg>
        <pc:spChg chg="add mod">
          <ac:chgData name="Muhammad Muzamil" userId="85802257a49ad561" providerId="LiveId" clId="{0EDA4B87-0919-429D-91C2-6BEAB4B87FF7}" dt="2026-08-20T12:43:46.397" v="678" actId="1076"/>
          <ac:spMkLst>
            <pc:docMk/>
            <pc:sldMk cId="3412580641" sldId="270"/>
            <ac:spMk id="31" creationId="{00000000-0000-0000-0000-000000000000}"/>
          </ac:spMkLst>
        </pc:spChg>
        <pc:spChg chg="add mod">
          <ac:chgData name="Muhammad Muzamil" userId="85802257a49ad561" providerId="LiveId" clId="{0EDA4B87-0919-429D-91C2-6BEAB4B87FF7}" dt="2026-08-20T12:43:46.397" v="678" actId="1076"/>
          <ac:spMkLst>
            <pc:docMk/>
            <pc:sldMk cId="3412580641" sldId="270"/>
            <ac:spMk id="32" creationId="{00000000-0000-0000-0000-000000000000}"/>
          </ac:spMkLst>
        </pc:spChg>
        <pc:spChg chg="add mod">
          <ac:chgData name="Muhammad Muzamil" userId="85802257a49ad561" providerId="LiveId" clId="{0EDA4B87-0919-429D-91C2-6BEAB4B87FF7}" dt="2026-08-20T12:44:57.196" v="692" actId="1076"/>
          <ac:spMkLst>
            <pc:docMk/>
            <pc:sldMk cId="3412580641" sldId="270"/>
            <ac:spMk id="33" creationId="{00000000-0000-0000-0000-000000000000}"/>
          </ac:spMkLst>
        </pc:spChg>
        <pc:spChg chg="add mod">
          <ac:chgData name="Muhammad Muzamil" userId="85802257a49ad561" providerId="LiveId" clId="{0EDA4B87-0919-429D-91C2-6BEAB4B87FF7}" dt="2026-08-20T12:43:46.397" v="678" actId="1076"/>
          <ac:spMkLst>
            <pc:docMk/>
            <pc:sldMk cId="3412580641" sldId="270"/>
            <ac:spMk id="34" creationId="{00000000-0000-0000-0000-000000000000}"/>
          </ac:spMkLst>
        </pc:spChg>
        <pc:spChg chg="add mod">
          <ac:chgData name="Muhammad Muzamil" userId="85802257a49ad561" providerId="LiveId" clId="{0EDA4B87-0919-429D-91C2-6BEAB4B87FF7}" dt="2026-08-20T12:43:46.397" v="678" actId="1076"/>
          <ac:spMkLst>
            <pc:docMk/>
            <pc:sldMk cId="3412580641" sldId="270"/>
            <ac:spMk id="35" creationId="{00000000-0000-0000-0000-000000000000}"/>
          </ac:spMkLst>
        </pc:spChg>
        <pc:spChg chg="add mod">
          <ac:chgData name="Muhammad Muzamil" userId="85802257a49ad561" providerId="LiveId" clId="{0EDA4B87-0919-429D-91C2-6BEAB4B87FF7}" dt="2026-08-20T12:45:07.723" v="695" actId="1076"/>
          <ac:spMkLst>
            <pc:docMk/>
            <pc:sldMk cId="3412580641" sldId="270"/>
            <ac:spMk id="36" creationId="{00000000-0000-0000-0000-000000000000}"/>
          </ac:spMkLst>
        </pc:spChg>
        <pc:spChg chg="add mod">
          <ac:chgData name="Muhammad Muzamil" userId="85802257a49ad561" providerId="LiveId" clId="{0EDA4B87-0919-429D-91C2-6BEAB4B87FF7}" dt="2026-08-20T12:43:46.397" v="678" actId="1076"/>
          <ac:spMkLst>
            <pc:docMk/>
            <pc:sldMk cId="3412580641" sldId="270"/>
            <ac:spMk id="37" creationId="{00000000-0000-0000-0000-000000000000}"/>
          </ac:spMkLst>
        </pc:spChg>
        <pc:spChg chg="add mod">
          <ac:chgData name="Muhammad Muzamil" userId="85802257a49ad561" providerId="LiveId" clId="{0EDA4B87-0919-429D-91C2-6BEAB4B87FF7}" dt="2026-08-20T12:43:46.397" v="678" actId="1076"/>
          <ac:spMkLst>
            <pc:docMk/>
            <pc:sldMk cId="3412580641" sldId="270"/>
            <ac:spMk id="38" creationId="{00000000-0000-0000-0000-000000000000}"/>
          </ac:spMkLst>
        </pc:spChg>
      </pc:sldChg>
      <pc:sldChg chg="new del">
        <pc:chgData name="Muhammad Muzamil" userId="85802257a49ad561" providerId="LiveId" clId="{0EDA4B87-0919-429D-91C2-6BEAB4B87FF7}" dt="2026-08-20T12:40:11.203" v="632" actId="680"/>
        <pc:sldMkLst>
          <pc:docMk/>
          <pc:sldMk cId="4161879857" sldId="270"/>
        </pc:sldMkLst>
      </pc:sldChg>
      <pc:sldChg chg="addSp delSp modSp new mod">
        <pc:chgData name="Muhammad Muzamil" userId="85802257a49ad561" providerId="LiveId" clId="{0EDA4B87-0919-429D-91C2-6BEAB4B87FF7}" dt="2026-08-20T13:38:11.603" v="1067" actId="20577"/>
        <pc:sldMkLst>
          <pc:docMk/>
          <pc:sldMk cId="3437734315" sldId="271"/>
        </pc:sldMkLst>
        <pc:spChg chg="add del mod">
          <ac:chgData name="Muhammad Muzamil" userId="85802257a49ad561" providerId="LiveId" clId="{0EDA4B87-0919-429D-91C2-6BEAB4B87FF7}" dt="2026-08-20T12:49:53.976" v="755"/>
          <ac:spMkLst>
            <pc:docMk/>
            <pc:sldMk cId="3437734315" sldId="271"/>
            <ac:spMk id="4" creationId="{F8C82D3B-CA80-E19B-314E-A684F2908E22}"/>
          </ac:spMkLst>
        </pc:spChg>
        <pc:spChg chg="del">
          <ac:chgData name="Muhammad Muzamil" userId="85802257a49ad561" providerId="LiveId" clId="{0EDA4B87-0919-429D-91C2-6BEAB4B87FF7}" dt="2026-08-20T12:49:53.976" v="753" actId="478"/>
          <ac:spMkLst>
            <pc:docMk/>
            <pc:sldMk cId="3437734315" sldId="271"/>
            <ac:spMk id="5" creationId="{A946CDC5-F389-CB17-47C6-F01EC4A41654}"/>
          </ac:spMkLst>
        </pc:spChg>
        <pc:spChg chg="mod">
          <ac:chgData name="Muhammad Muzamil" userId="85802257a49ad561" providerId="LiveId" clId="{0EDA4B87-0919-429D-91C2-6BEAB4B87FF7}" dt="2026-08-20T12:54:05.479" v="796" actId="14100"/>
          <ac:spMkLst>
            <pc:docMk/>
            <pc:sldMk cId="3437734315" sldId="271"/>
            <ac:spMk id="6" creationId="{7AD8BA98-166B-D818-942D-E5EC2F0FD52B}"/>
          </ac:spMkLst>
        </pc:spChg>
        <pc:spChg chg="add mod">
          <ac:chgData name="Muhammad Muzamil" userId="85802257a49ad561" providerId="LiveId" clId="{0EDA4B87-0919-429D-91C2-6BEAB4B87FF7}" dt="2026-08-20T12:54:33.742" v="799" actId="14100"/>
          <ac:spMkLst>
            <pc:docMk/>
            <pc:sldMk cId="3437734315" sldId="271"/>
            <ac:spMk id="7" creationId="{543B6042-35B7-0A88-328B-0CA189724763}"/>
          </ac:spMkLst>
        </pc:spChg>
        <pc:spChg chg="mod">
          <ac:chgData name="Muhammad Muzamil" userId="85802257a49ad561" providerId="LiveId" clId="{0EDA4B87-0919-429D-91C2-6BEAB4B87FF7}" dt="2026-08-20T12:53:50.860" v="794" actId="255"/>
          <ac:spMkLst>
            <pc:docMk/>
            <pc:sldMk cId="3437734315" sldId="271"/>
            <ac:spMk id="8" creationId="{2C98B4CC-50FE-7217-CDD5-7991BDFEB8AE}"/>
          </ac:spMkLst>
        </pc:spChg>
        <pc:spChg chg="mod">
          <ac:chgData name="Muhammad Muzamil" userId="85802257a49ad561" providerId="LiveId" clId="{0EDA4B87-0919-429D-91C2-6BEAB4B87FF7}" dt="2026-08-20T13:37:49.028" v="1064" actId="14100"/>
          <ac:spMkLst>
            <pc:docMk/>
            <pc:sldMk cId="3437734315" sldId="271"/>
            <ac:spMk id="9" creationId="{E9AA9EDF-4028-A402-75F3-5C826D95E1FB}"/>
          </ac:spMkLst>
        </pc:spChg>
        <pc:spChg chg="add mod">
          <ac:chgData name="Muhammad Muzamil" userId="85802257a49ad561" providerId="LiveId" clId="{0EDA4B87-0919-429D-91C2-6BEAB4B87FF7}" dt="2026-08-20T12:54:52.554" v="801" actId="14100"/>
          <ac:spMkLst>
            <pc:docMk/>
            <pc:sldMk cId="3437734315" sldId="271"/>
            <ac:spMk id="10" creationId="{4DB3224A-6F9D-D957-D2B0-33E24761D117}"/>
          </ac:spMkLst>
        </pc:spChg>
        <pc:spChg chg="add mod">
          <ac:chgData name="Muhammad Muzamil" userId="85802257a49ad561" providerId="LiveId" clId="{0EDA4B87-0919-429D-91C2-6BEAB4B87FF7}" dt="2026-08-20T12:55:12.063" v="802" actId="14100"/>
          <ac:spMkLst>
            <pc:docMk/>
            <pc:sldMk cId="3437734315" sldId="271"/>
            <ac:spMk id="11" creationId="{B7849C27-C72C-4A77-8165-1405C78F9C50}"/>
          </ac:spMkLst>
        </pc:spChg>
        <pc:spChg chg="mod">
          <ac:chgData name="Muhammad Muzamil" userId="85802257a49ad561" providerId="LiveId" clId="{0EDA4B87-0919-429D-91C2-6BEAB4B87FF7}" dt="2026-08-20T12:53:56.157" v="795" actId="255"/>
          <ac:spMkLst>
            <pc:docMk/>
            <pc:sldMk cId="3437734315" sldId="271"/>
            <ac:spMk id="12" creationId="{F0AC5256-2D39-5C03-7C63-F833FB881A6D}"/>
          </ac:spMkLst>
        </pc:spChg>
        <pc:spChg chg="add mod">
          <ac:chgData name="Muhammad Muzamil" userId="85802257a49ad561" providerId="LiveId" clId="{0EDA4B87-0919-429D-91C2-6BEAB4B87FF7}" dt="2026-08-20T13:38:11.603" v="1067" actId="20577"/>
          <ac:spMkLst>
            <pc:docMk/>
            <pc:sldMk cId="3437734315" sldId="271"/>
            <ac:spMk id="13" creationId="{C51A981A-5730-C241-A79C-75A85A0760FB}"/>
          </ac:spMkLst>
        </pc:spChg>
        <pc:spChg chg="add del mod">
          <ac:chgData name="Muhammad Muzamil" userId="85802257a49ad561" providerId="LiveId" clId="{0EDA4B87-0919-429D-91C2-6BEAB4B87FF7}" dt="2026-08-20T12:51:49.284" v="771" actId="478"/>
          <ac:spMkLst>
            <pc:docMk/>
            <pc:sldMk cId="3437734315" sldId="271"/>
            <ac:spMk id="14" creationId="{9DACCA5D-08CA-8482-4795-218315269F62}"/>
          </ac:spMkLst>
        </pc:spChg>
        <pc:spChg chg="add del mod">
          <ac:chgData name="Muhammad Muzamil" userId="85802257a49ad561" providerId="LiveId" clId="{0EDA4B87-0919-429D-91C2-6BEAB4B87FF7}" dt="2026-08-20T12:51:51.309" v="776" actId="478"/>
          <ac:spMkLst>
            <pc:docMk/>
            <pc:sldMk cId="3437734315" sldId="271"/>
            <ac:spMk id="15" creationId="{1B64378F-5B26-6D56-D896-53E1E150FC16}"/>
          </ac:spMkLst>
        </pc:spChg>
        <pc:spChg chg="add del mod">
          <ac:chgData name="Muhammad Muzamil" userId="85802257a49ad561" providerId="LiveId" clId="{0EDA4B87-0919-429D-91C2-6BEAB4B87FF7}" dt="2026-08-20T12:51:44.021" v="768"/>
          <ac:spMkLst>
            <pc:docMk/>
            <pc:sldMk cId="3437734315" sldId="271"/>
            <ac:spMk id="16" creationId="{18148E89-A6AA-17C3-560C-0E28950BE79F}"/>
          </ac:spMkLst>
        </pc:spChg>
        <pc:spChg chg="del mod">
          <ac:chgData name="Muhammad Muzamil" userId="85802257a49ad561" providerId="LiveId" clId="{0EDA4B87-0919-429D-91C2-6BEAB4B87FF7}" dt="2026-08-20T12:51:44.021" v="766"/>
          <ac:spMkLst>
            <pc:docMk/>
            <pc:sldMk cId="3437734315" sldId="271"/>
            <ac:spMk id="17" creationId="{4F79E3C9-B0F9-CEC6-5490-3BB020522F70}"/>
          </ac:spMkLst>
        </pc:spChg>
        <pc:spChg chg="del">
          <ac:chgData name="Muhammad Muzamil" userId="85802257a49ad561" providerId="LiveId" clId="{0EDA4B87-0919-429D-91C2-6BEAB4B87FF7}" dt="2026-08-20T12:51:44.021" v="764" actId="478"/>
          <ac:spMkLst>
            <pc:docMk/>
            <pc:sldMk cId="3437734315" sldId="271"/>
            <ac:spMk id="18" creationId="{752853D8-9008-8E98-E3DF-259A12061053}"/>
          </ac:spMkLst>
        </pc:spChg>
        <pc:spChg chg="add del mod">
          <ac:chgData name="Muhammad Muzamil" userId="85802257a49ad561" providerId="LiveId" clId="{0EDA4B87-0919-429D-91C2-6BEAB4B87FF7}" dt="2026-08-20T12:51:52.797" v="777" actId="478"/>
          <ac:spMkLst>
            <pc:docMk/>
            <pc:sldMk cId="3437734315" sldId="271"/>
            <ac:spMk id="19" creationId="{1962A84C-72AA-8903-B036-46623BEB96F7}"/>
          </ac:spMkLst>
        </pc:spChg>
        <pc:spChg chg="del mod">
          <ac:chgData name="Muhammad Muzamil" userId="85802257a49ad561" providerId="LiveId" clId="{0EDA4B87-0919-429D-91C2-6BEAB4B87FF7}" dt="2026-08-20T12:51:49.284" v="775"/>
          <ac:spMkLst>
            <pc:docMk/>
            <pc:sldMk cId="3437734315" sldId="271"/>
            <ac:spMk id="20" creationId="{97DFCB4E-B659-D311-EED5-F59B7D576BF0}"/>
          </ac:spMkLst>
        </pc:spChg>
        <pc:spChg chg="del mod">
          <ac:chgData name="Muhammad Muzamil" userId="85802257a49ad561" providerId="LiveId" clId="{0EDA4B87-0919-429D-91C2-6BEAB4B87FF7}" dt="2026-08-20T12:51:49.284" v="773"/>
          <ac:spMkLst>
            <pc:docMk/>
            <pc:sldMk cId="3437734315" sldId="271"/>
            <ac:spMk id="21" creationId="{4D988AF0-C22E-79C5-EA50-42B769D116F4}"/>
          </ac:spMkLst>
        </pc:spChg>
        <pc:spChg chg="add mod">
          <ac:chgData name="Muhammad Muzamil" userId="85802257a49ad561" providerId="LiveId" clId="{0EDA4B87-0919-429D-91C2-6BEAB4B87FF7}" dt="2026-08-20T12:48:26.031" v="722"/>
          <ac:spMkLst>
            <pc:docMk/>
            <pc:sldMk cId="3437734315" sldId="271"/>
            <ac:spMk id="22" creationId="{1E852B74-5256-ECD6-7032-7E73C1079B4E}"/>
          </ac:spMkLst>
        </pc:spChg>
        <pc:picChg chg="del">
          <ac:chgData name="Muhammad Muzamil" userId="85802257a49ad561" providerId="LiveId" clId="{0EDA4B87-0919-429D-91C2-6BEAB4B87FF7}" dt="2026-08-20T12:49:46.818" v="748" actId="478"/>
          <ac:picMkLst>
            <pc:docMk/>
            <pc:sldMk cId="3437734315" sldId="271"/>
            <ac:picMk id="23" creationId="{2FEFF0C2-0186-658F-5025-295714BB2D59}"/>
          </ac:picMkLst>
        </pc:picChg>
        <pc:picChg chg="del">
          <ac:chgData name="Muhammad Muzamil" userId="85802257a49ad561" providerId="LiveId" clId="{0EDA4B87-0919-429D-91C2-6BEAB4B87FF7}" dt="2026-08-20T12:49:48.138" v="749" actId="478"/>
          <ac:picMkLst>
            <pc:docMk/>
            <pc:sldMk cId="3437734315" sldId="271"/>
            <ac:picMk id="24" creationId="{D1C3EF45-FAD0-19C7-378B-67351DB99D63}"/>
          </ac:picMkLst>
        </pc:picChg>
      </pc:sldChg>
      <pc:sldChg chg="addSp delSp modSp new mod">
        <pc:chgData name="Muhammad Muzamil" userId="85802257a49ad561" providerId="LiveId" clId="{0EDA4B87-0919-429D-91C2-6BEAB4B87FF7}" dt="2026-08-20T13:38:37.180" v="1071" actId="14100"/>
        <pc:sldMkLst>
          <pc:docMk/>
          <pc:sldMk cId="1234684619" sldId="272"/>
        </pc:sldMkLst>
        <pc:spChg chg="add mod">
          <ac:chgData name="Muhammad Muzamil" userId="85802257a49ad561" providerId="LiveId" clId="{0EDA4B87-0919-429D-91C2-6BEAB4B87FF7}" dt="2026-08-20T12:48:28.036" v="724"/>
          <ac:spMkLst>
            <pc:docMk/>
            <pc:sldMk cId="1234684619" sldId="272"/>
            <ac:spMk id="3" creationId="{D71C6D83-7DD0-3830-11A1-C7ECF9641C81}"/>
          </ac:spMkLst>
        </pc:spChg>
        <pc:spChg chg="del">
          <ac:chgData name="Muhammad Muzamil" userId="85802257a49ad561" providerId="LiveId" clId="{0EDA4B87-0919-429D-91C2-6BEAB4B87FF7}" dt="2026-08-20T12:55:59.947" v="808" actId="478"/>
          <ac:spMkLst>
            <pc:docMk/>
            <pc:sldMk cId="1234684619" sldId="272"/>
            <ac:spMk id="4" creationId="{70166200-838E-3A4E-A8ED-B735D1CF891B}"/>
          </ac:spMkLst>
        </pc:spChg>
        <pc:spChg chg="del mod">
          <ac:chgData name="Muhammad Muzamil" userId="85802257a49ad561" providerId="LiveId" clId="{0EDA4B87-0919-429D-91C2-6BEAB4B87FF7}" dt="2026-08-20T12:55:58.082" v="807"/>
          <ac:spMkLst>
            <pc:docMk/>
            <pc:sldMk cId="1234684619" sldId="272"/>
            <ac:spMk id="5" creationId="{3280C048-B3A2-6572-8F32-618B974F5D5F}"/>
          </ac:spMkLst>
        </pc:spChg>
        <pc:spChg chg="add del mod">
          <ac:chgData name="Muhammad Muzamil" userId="85802257a49ad561" providerId="LiveId" clId="{0EDA4B87-0919-429D-91C2-6BEAB4B87FF7}" dt="2026-08-20T12:56:01.996" v="809" actId="478"/>
          <ac:spMkLst>
            <pc:docMk/>
            <pc:sldMk cId="1234684619" sldId="272"/>
            <ac:spMk id="6" creationId="{A68D2CA1-5045-6552-451D-393EA3090780}"/>
          </ac:spMkLst>
        </pc:spChg>
        <pc:spChg chg="add del mod">
          <ac:chgData name="Muhammad Muzamil" userId="85802257a49ad561" providerId="LiveId" clId="{0EDA4B87-0919-429D-91C2-6BEAB4B87FF7}" dt="2026-08-20T12:56:08.050" v="812" actId="478"/>
          <ac:spMkLst>
            <pc:docMk/>
            <pc:sldMk cId="1234684619" sldId="272"/>
            <ac:spMk id="7" creationId="{29F403DE-796D-BE1B-EB2B-3342B8B03896}"/>
          </ac:spMkLst>
        </pc:spChg>
        <pc:spChg chg="add del mod">
          <ac:chgData name="Muhammad Muzamil" userId="85802257a49ad561" providerId="LiveId" clId="{0EDA4B87-0919-429D-91C2-6BEAB4B87FF7}" dt="2026-08-20T12:56:08.050" v="816"/>
          <ac:spMkLst>
            <pc:docMk/>
            <pc:sldMk cId="1234684619" sldId="272"/>
            <ac:spMk id="8" creationId="{CEBBE9EC-4156-3325-8381-21815E2398E9}"/>
          </ac:spMkLst>
        </pc:spChg>
        <pc:spChg chg="del mod">
          <ac:chgData name="Muhammad Muzamil" userId="85802257a49ad561" providerId="LiveId" clId="{0EDA4B87-0919-429D-91C2-6BEAB4B87FF7}" dt="2026-08-20T12:56:08.050" v="814"/>
          <ac:spMkLst>
            <pc:docMk/>
            <pc:sldMk cId="1234684619" sldId="272"/>
            <ac:spMk id="9" creationId="{BAC89F1D-078C-F25D-6163-17300FAB94D8}"/>
          </ac:spMkLst>
        </pc:spChg>
        <pc:spChg chg="add del mod">
          <ac:chgData name="Muhammad Muzamil" userId="85802257a49ad561" providerId="LiveId" clId="{0EDA4B87-0919-429D-91C2-6BEAB4B87FF7}" dt="2026-08-20T12:56:16.394" v="824" actId="478"/>
          <ac:spMkLst>
            <pc:docMk/>
            <pc:sldMk cId="1234684619" sldId="272"/>
            <ac:spMk id="10" creationId="{565F71BD-3CE1-5C78-FDC4-EC62B72F2C92}"/>
          </ac:spMkLst>
        </pc:spChg>
        <pc:spChg chg="del">
          <ac:chgData name="Muhammad Muzamil" userId="85802257a49ad561" providerId="LiveId" clId="{0EDA4B87-0919-429D-91C2-6BEAB4B87FF7}" dt="2026-08-20T12:56:18.061" v="825" actId="478"/>
          <ac:spMkLst>
            <pc:docMk/>
            <pc:sldMk cId="1234684619" sldId="272"/>
            <ac:spMk id="11" creationId="{FF8D2A41-CABC-A90C-2005-3D3C9EC87142}"/>
          </ac:spMkLst>
        </pc:spChg>
        <pc:spChg chg="add del mod">
          <ac:chgData name="Muhammad Muzamil" userId="85802257a49ad561" providerId="LiveId" clId="{0EDA4B87-0919-429D-91C2-6BEAB4B87FF7}" dt="2026-08-20T12:56:14.738" v="821"/>
          <ac:spMkLst>
            <pc:docMk/>
            <pc:sldMk cId="1234684619" sldId="272"/>
            <ac:spMk id="12" creationId="{A9AF5432-8B19-5ACF-31D0-3D1822051B16}"/>
          </ac:spMkLst>
        </pc:spChg>
        <pc:spChg chg="add del mod">
          <ac:chgData name="Muhammad Muzamil" userId="85802257a49ad561" providerId="LiveId" clId="{0EDA4B87-0919-429D-91C2-6BEAB4B87FF7}" dt="2026-08-20T12:56:14.738" v="823"/>
          <ac:spMkLst>
            <pc:docMk/>
            <pc:sldMk cId="1234684619" sldId="272"/>
            <ac:spMk id="13" creationId="{F5DC1145-56BE-F2EF-927F-5246CACED3B6}"/>
          </ac:spMkLst>
        </pc:spChg>
        <pc:spChg chg="mod">
          <ac:chgData name="Muhammad Muzamil" userId="85802257a49ad561" providerId="LiveId" clId="{0EDA4B87-0919-429D-91C2-6BEAB4B87FF7}" dt="2026-08-20T12:57:15.575" v="842" actId="14100"/>
          <ac:spMkLst>
            <pc:docMk/>
            <pc:sldMk cId="1234684619" sldId="272"/>
            <ac:spMk id="14" creationId="{3B0D7418-41E7-608F-90F4-82D526C137C0}"/>
          </ac:spMkLst>
        </pc:spChg>
        <pc:spChg chg="mod">
          <ac:chgData name="Muhammad Muzamil" userId="85802257a49ad561" providerId="LiveId" clId="{0EDA4B87-0919-429D-91C2-6BEAB4B87FF7}" dt="2026-08-20T12:57:32.564" v="844" actId="14100"/>
          <ac:spMkLst>
            <pc:docMk/>
            <pc:sldMk cId="1234684619" sldId="272"/>
            <ac:spMk id="15" creationId="{CF220168-F1F8-2633-E673-7463EAEBA55F}"/>
          </ac:spMkLst>
        </pc:spChg>
        <pc:spChg chg="add del mod">
          <ac:chgData name="Muhammad Muzamil" userId="85802257a49ad561" providerId="LiveId" clId="{0EDA4B87-0919-429D-91C2-6BEAB4B87FF7}" dt="2026-08-20T12:57:56.728" v="847" actId="255"/>
          <ac:spMkLst>
            <pc:docMk/>
            <pc:sldMk cId="1234684619" sldId="272"/>
            <ac:spMk id="16" creationId="{736CBA79-56AC-57F5-D60D-ECA5DBE31D70}"/>
          </ac:spMkLst>
        </pc:spChg>
        <pc:spChg chg="mod">
          <ac:chgData name="Muhammad Muzamil" userId="85802257a49ad561" providerId="LiveId" clId="{0EDA4B87-0919-429D-91C2-6BEAB4B87FF7}" dt="2026-08-20T13:38:31.017" v="1069" actId="14100"/>
          <ac:spMkLst>
            <pc:docMk/>
            <pc:sldMk cId="1234684619" sldId="272"/>
            <ac:spMk id="17" creationId="{E649ACCF-11D4-9B13-1BD6-AEC20C0EDB25}"/>
          </ac:spMkLst>
        </pc:spChg>
        <pc:spChg chg="add mod">
          <ac:chgData name="Muhammad Muzamil" userId="85802257a49ad561" providerId="LiveId" clId="{0EDA4B87-0919-429D-91C2-6BEAB4B87FF7}" dt="2026-08-20T12:59:02.514" v="856" actId="14100"/>
          <ac:spMkLst>
            <pc:docMk/>
            <pc:sldMk cId="1234684619" sldId="272"/>
            <ac:spMk id="18" creationId="{A914B7E6-0E95-105C-0F4C-6F3DD9CF0D9C}"/>
          </ac:spMkLst>
        </pc:spChg>
        <pc:spChg chg="add mod">
          <ac:chgData name="Muhammad Muzamil" userId="85802257a49ad561" providerId="LiveId" clId="{0EDA4B87-0919-429D-91C2-6BEAB4B87FF7}" dt="2026-08-20T12:59:16.276" v="861" actId="14100"/>
          <ac:spMkLst>
            <pc:docMk/>
            <pc:sldMk cId="1234684619" sldId="272"/>
            <ac:spMk id="19" creationId="{BEF26CED-4557-02D5-1F3D-646518DDDD32}"/>
          </ac:spMkLst>
        </pc:spChg>
        <pc:spChg chg="mod">
          <ac:chgData name="Muhammad Muzamil" userId="85802257a49ad561" providerId="LiveId" clId="{0EDA4B87-0919-429D-91C2-6BEAB4B87FF7}" dt="2026-08-20T13:28:01.151" v="992" actId="1076"/>
          <ac:spMkLst>
            <pc:docMk/>
            <pc:sldMk cId="1234684619" sldId="272"/>
            <ac:spMk id="20" creationId="{A550BBB3-C767-DD25-3F5A-DAF783F0AC9B}"/>
          </ac:spMkLst>
        </pc:spChg>
        <pc:spChg chg="mod">
          <ac:chgData name="Muhammad Muzamil" userId="85802257a49ad561" providerId="LiveId" clId="{0EDA4B87-0919-429D-91C2-6BEAB4B87FF7}" dt="2026-08-20T13:38:37.180" v="1071" actId="14100"/>
          <ac:spMkLst>
            <pc:docMk/>
            <pc:sldMk cId="1234684619" sldId="272"/>
            <ac:spMk id="21" creationId="{940440A2-5613-BA9D-50D6-81757BC25EB4}"/>
          </ac:spMkLst>
        </pc:spChg>
        <pc:spChg chg="add mod">
          <ac:chgData name="Muhammad Muzamil" userId="85802257a49ad561" providerId="LiveId" clId="{0EDA4B87-0919-429D-91C2-6BEAB4B87FF7}" dt="2026-08-20T12:48:28.036" v="724"/>
          <ac:spMkLst>
            <pc:docMk/>
            <pc:sldMk cId="1234684619" sldId="272"/>
            <ac:spMk id="22" creationId="{70FE78EA-70EE-5B82-0195-40B71FFDD720}"/>
          </ac:spMkLst>
        </pc:spChg>
        <pc:picChg chg="del">
          <ac:chgData name="Muhammad Muzamil" userId="85802257a49ad561" providerId="LiveId" clId="{0EDA4B87-0919-429D-91C2-6BEAB4B87FF7}" dt="2026-08-20T12:55:58.082" v="805" actId="478"/>
          <ac:picMkLst>
            <pc:docMk/>
            <pc:sldMk cId="1234684619" sldId="272"/>
            <ac:picMk id="23" creationId="{1D25CACF-C9EA-80BA-BB7E-5EBD790D9DD3}"/>
          </ac:picMkLst>
        </pc:picChg>
        <pc:picChg chg="del">
          <ac:chgData name="Muhammad Muzamil" userId="85802257a49ad561" providerId="LiveId" clId="{0EDA4B87-0919-429D-91C2-6BEAB4B87FF7}" dt="2026-08-20T12:55:53.846" v="803" actId="478"/>
          <ac:picMkLst>
            <pc:docMk/>
            <pc:sldMk cId="1234684619" sldId="272"/>
            <ac:picMk id="24" creationId="{9C63D061-27FC-F0F0-B8ED-34293BD03C67}"/>
          </ac:picMkLst>
        </pc:picChg>
      </pc:sldChg>
      <pc:sldChg chg="addSp delSp modSp new mod">
        <pc:chgData name="Muhammad Muzamil" userId="85802257a49ad561" providerId="LiveId" clId="{0EDA4B87-0919-429D-91C2-6BEAB4B87FF7}" dt="2026-08-20T13:28:14.763" v="995" actId="20577"/>
        <pc:sldMkLst>
          <pc:docMk/>
          <pc:sldMk cId="3227877947" sldId="273"/>
        </pc:sldMkLst>
        <pc:spChg chg="add del mod">
          <ac:chgData name="Muhammad Muzamil" userId="85802257a49ad561" providerId="LiveId" clId="{0EDA4B87-0919-429D-91C2-6BEAB4B87FF7}" dt="2026-08-20T13:01:47.843" v="898" actId="478"/>
          <ac:spMkLst>
            <pc:docMk/>
            <pc:sldMk cId="3227877947" sldId="273"/>
            <ac:spMk id="2" creationId="{CAEA7D6D-8AE3-1764-5A25-818628C060C1}"/>
          </ac:spMkLst>
        </pc:spChg>
        <pc:spChg chg="add del mod">
          <ac:chgData name="Muhammad Muzamil" userId="85802257a49ad561" providerId="LiveId" clId="{0EDA4B87-0919-429D-91C2-6BEAB4B87FF7}" dt="2026-08-20T13:01:37.780" v="894"/>
          <ac:spMkLst>
            <pc:docMk/>
            <pc:sldMk cId="3227877947" sldId="273"/>
            <ac:spMk id="4" creationId="{32D73B0C-0B50-8380-51F3-148F323D2F51}"/>
          </ac:spMkLst>
        </pc:spChg>
        <pc:spChg chg="add del mod">
          <ac:chgData name="Muhammad Muzamil" userId="85802257a49ad561" providerId="LiveId" clId="{0EDA4B87-0919-429D-91C2-6BEAB4B87FF7}" dt="2026-08-20T13:01:55.602" v="908"/>
          <ac:spMkLst>
            <pc:docMk/>
            <pc:sldMk cId="3227877947" sldId="273"/>
            <ac:spMk id="5" creationId="{BB8BE69C-79C7-A567-C92F-67F2055C1061}"/>
          </ac:spMkLst>
        </pc:spChg>
        <pc:spChg chg="add del mod">
          <ac:chgData name="Muhammad Muzamil" userId="85802257a49ad561" providerId="LiveId" clId="{0EDA4B87-0919-429D-91C2-6BEAB4B87FF7}" dt="2026-08-20T13:01:55.600" v="906"/>
          <ac:spMkLst>
            <pc:docMk/>
            <pc:sldMk cId="3227877947" sldId="273"/>
            <ac:spMk id="6" creationId="{3F2C2C03-DD3C-2934-7E13-9E94B3258C40}"/>
          </ac:spMkLst>
        </pc:spChg>
        <pc:spChg chg="add del mod">
          <ac:chgData name="Muhammad Muzamil" userId="85802257a49ad561" providerId="LiveId" clId="{0EDA4B87-0919-429D-91C2-6BEAB4B87FF7}" dt="2026-08-20T13:01:47.843" v="898" actId="478"/>
          <ac:spMkLst>
            <pc:docMk/>
            <pc:sldMk cId="3227877947" sldId="273"/>
            <ac:spMk id="7" creationId="{D107EE98-0029-C828-96CE-31E8C93859F6}"/>
          </ac:spMkLst>
        </pc:spChg>
        <pc:spChg chg="add del mod">
          <ac:chgData name="Muhammad Muzamil" userId="85802257a49ad561" providerId="LiveId" clId="{0EDA4B87-0919-429D-91C2-6BEAB4B87FF7}" dt="2026-08-20T13:03:38.427" v="935" actId="14100"/>
          <ac:spMkLst>
            <pc:docMk/>
            <pc:sldMk cId="3227877947" sldId="273"/>
            <ac:spMk id="8" creationId="{5ECC3388-B6D2-686C-3340-75846C655F69}"/>
          </ac:spMkLst>
        </pc:spChg>
        <pc:spChg chg="add del mod">
          <ac:chgData name="Muhammad Muzamil" userId="85802257a49ad561" providerId="LiveId" clId="{0EDA4B87-0919-429D-91C2-6BEAB4B87FF7}" dt="2026-08-20T13:03:48.253" v="936" actId="14100"/>
          <ac:spMkLst>
            <pc:docMk/>
            <pc:sldMk cId="3227877947" sldId="273"/>
            <ac:spMk id="9" creationId="{A1E87714-133C-ADD1-45D1-176745026CA0}"/>
          </ac:spMkLst>
        </pc:spChg>
        <pc:spChg chg="add del mod">
          <ac:chgData name="Muhammad Muzamil" userId="85802257a49ad561" providerId="LiveId" clId="{0EDA4B87-0919-429D-91C2-6BEAB4B87FF7}" dt="2026-08-20T13:28:14.763" v="995" actId="20577"/>
          <ac:spMkLst>
            <pc:docMk/>
            <pc:sldMk cId="3227877947" sldId="273"/>
            <ac:spMk id="10" creationId="{1E09E840-6272-D49B-BADD-B8F2B21C9B72}"/>
          </ac:spMkLst>
        </pc:spChg>
        <pc:spChg chg="add del mod">
          <ac:chgData name="Muhammad Muzamil" userId="85802257a49ad561" providerId="LiveId" clId="{0EDA4B87-0919-429D-91C2-6BEAB4B87FF7}" dt="2026-08-20T13:07:08.762" v="963" actId="20577"/>
          <ac:spMkLst>
            <pc:docMk/>
            <pc:sldMk cId="3227877947" sldId="273"/>
            <ac:spMk id="11" creationId="{267CE9C1-6340-06B4-DB37-A8E815281114}"/>
          </ac:spMkLst>
        </pc:spChg>
        <pc:spChg chg="del">
          <ac:chgData name="Muhammad Muzamil" userId="85802257a49ad561" providerId="LiveId" clId="{0EDA4B87-0919-429D-91C2-6BEAB4B87FF7}" dt="2026-08-20T13:02:07.667" v="911" actId="478"/>
          <ac:spMkLst>
            <pc:docMk/>
            <pc:sldMk cId="3227877947" sldId="273"/>
            <ac:spMk id="12" creationId="{F8627054-C863-C4D5-4791-4C004761A01B}"/>
          </ac:spMkLst>
        </pc:spChg>
        <pc:spChg chg="del">
          <ac:chgData name="Muhammad Muzamil" userId="85802257a49ad561" providerId="LiveId" clId="{0EDA4B87-0919-429D-91C2-6BEAB4B87FF7}" dt="2026-08-20T13:02:09.487" v="916" actId="478"/>
          <ac:spMkLst>
            <pc:docMk/>
            <pc:sldMk cId="3227877947" sldId="273"/>
            <ac:spMk id="13" creationId="{51B54D73-94D7-FE3F-3756-A67539A41A2D}"/>
          </ac:spMkLst>
        </pc:spChg>
        <pc:spChg chg="del mod">
          <ac:chgData name="Muhammad Muzamil" userId="85802257a49ad561" providerId="LiveId" clId="{0EDA4B87-0919-429D-91C2-6BEAB4B87FF7}" dt="2026-08-20T13:02:07.669" v="915"/>
          <ac:spMkLst>
            <pc:docMk/>
            <pc:sldMk cId="3227877947" sldId="273"/>
            <ac:spMk id="14" creationId="{77B8E44A-EF65-21A3-99F6-4EC1D143274F}"/>
          </ac:spMkLst>
        </pc:spChg>
        <pc:spChg chg="add del mod">
          <ac:chgData name="Muhammad Muzamil" userId="85802257a49ad561" providerId="LiveId" clId="{0EDA4B87-0919-429D-91C2-6BEAB4B87FF7}" dt="2026-08-20T13:02:07.667" v="913"/>
          <ac:spMkLst>
            <pc:docMk/>
            <pc:sldMk cId="3227877947" sldId="273"/>
            <ac:spMk id="15" creationId="{2EBE31AA-C0D8-9001-1AD8-23084F41DEED}"/>
          </ac:spMkLst>
        </pc:spChg>
        <pc:spChg chg="del mod">
          <ac:chgData name="Muhammad Muzamil" userId="85802257a49ad561" providerId="LiveId" clId="{0EDA4B87-0919-429D-91C2-6BEAB4B87FF7}" dt="2026-08-20T13:02:13.451" v="920"/>
          <ac:spMkLst>
            <pc:docMk/>
            <pc:sldMk cId="3227877947" sldId="273"/>
            <ac:spMk id="16" creationId="{A630AD34-8F6F-FF0B-B633-9C755D5DFED1}"/>
          </ac:spMkLst>
        </pc:spChg>
        <pc:spChg chg="add del mod">
          <ac:chgData name="Muhammad Muzamil" userId="85802257a49ad561" providerId="LiveId" clId="{0EDA4B87-0919-429D-91C2-6BEAB4B87FF7}" dt="2026-08-20T13:01:47.843" v="898" actId="478"/>
          <ac:spMkLst>
            <pc:docMk/>
            <pc:sldMk cId="3227877947" sldId="273"/>
            <ac:spMk id="17" creationId="{C97F216D-CA87-2E19-E620-75C8808E3594}"/>
          </ac:spMkLst>
        </pc:spChg>
        <pc:picChg chg="del">
          <ac:chgData name="Muhammad Muzamil" userId="85802257a49ad561" providerId="LiveId" clId="{0EDA4B87-0919-429D-91C2-6BEAB4B87FF7}" dt="2026-08-20T13:01:27.422" v="888" actId="478"/>
          <ac:picMkLst>
            <pc:docMk/>
            <pc:sldMk cId="3227877947" sldId="273"/>
            <ac:picMk id="18" creationId="{E7D213BD-D7AA-D270-5369-5C824E62DCC7}"/>
          </ac:picMkLst>
        </pc:picChg>
        <pc:picChg chg="del">
          <ac:chgData name="Muhammad Muzamil" userId="85802257a49ad561" providerId="LiveId" clId="{0EDA4B87-0919-429D-91C2-6BEAB4B87FF7}" dt="2026-08-20T13:01:28.965" v="889" actId="478"/>
          <ac:picMkLst>
            <pc:docMk/>
            <pc:sldMk cId="3227877947" sldId="273"/>
            <ac:picMk id="19" creationId="{754FFDDE-D8D9-4D05-5D47-09B1EB77CB26}"/>
          </ac:picMkLst>
        </pc:picChg>
        <pc:picChg chg="del">
          <ac:chgData name="Muhammad Muzamil" userId="85802257a49ad561" providerId="LiveId" clId="{0EDA4B87-0919-429D-91C2-6BEAB4B87FF7}" dt="2026-08-20T13:01:30.311" v="890" actId="478"/>
          <ac:picMkLst>
            <pc:docMk/>
            <pc:sldMk cId="3227877947" sldId="273"/>
            <ac:picMk id="20" creationId="{6F244F86-CD4F-DA80-90A6-2B01146AEFC2}"/>
          </ac:picMkLst>
        </pc:picChg>
        <pc:picChg chg="del">
          <ac:chgData name="Muhammad Muzamil" userId="85802257a49ad561" providerId="LiveId" clId="{0EDA4B87-0919-429D-91C2-6BEAB4B87FF7}" dt="2026-08-20T13:01:31.566" v="891" actId="478"/>
          <ac:picMkLst>
            <pc:docMk/>
            <pc:sldMk cId="3227877947" sldId="273"/>
            <ac:picMk id="21" creationId="{00F85935-8F97-8E79-8366-2D7CC9B12A5A}"/>
          </ac:picMkLst>
        </pc:picChg>
      </pc:sldChg>
      <pc:sldChg chg="addSp delSp modSp new mod">
        <pc:chgData name="Muhammad Muzamil" userId="85802257a49ad561" providerId="LiveId" clId="{0EDA4B87-0919-429D-91C2-6BEAB4B87FF7}" dt="2026-08-20T13:28:19.860" v="998" actId="20577"/>
        <pc:sldMkLst>
          <pc:docMk/>
          <pc:sldMk cId="762731709" sldId="274"/>
        </pc:sldMkLst>
        <pc:spChg chg="add mod">
          <ac:chgData name="Muhammad Muzamil" userId="85802257a49ad561" providerId="LiveId" clId="{0EDA4B87-0919-429D-91C2-6BEAB4B87FF7}" dt="2026-08-20T13:00:38.739" v="865"/>
          <ac:spMkLst>
            <pc:docMk/>
            <pc:sldMk cId="762731709" sldId="274"/>
            <ac:spMk id="2" creationId="{7944A37E-5564-F1AA-FC9C-0DFB0E309F0B}"/>
          </ac:spMkLst>
        </pc:spChg>
        <pc:spChg chg="del mod">
          <ac:chgData name="Muhammad Muzamil" userId="85802257a49ad561" providerId="LiveId" clId="{0EDA4B87-0919-429D-91C2-6BEAB4B87FF7}" dt="2026-08-20T13:04:49.048" v="951"/>
          <ac:spMkLst>
            <pc:docMk/>
            <pc:sldMk cId="762731709" sldId="274"/>
            <ac:spMk id="4" creationId="{751AA3E1-EC84-F715-16C3-1C90AB1E7CF0}"/>
          </ac:spMkLst>
        </pc:spChg>
        <pc:spChg chg="del mod">
          <ac:chgData name="Muhammad Muzamil" userId="85802257a49ad561" providerId="LiveId" clId="{0EDA4B87-0919-429D-91C2-6BEAB4B87FF7}" dt="2026-08-20T13:04:49.048" v="953"/>
          <ac:spMkLst>
            <pc:docMk/>
            <pc:sldMk cId="762731709" sldId="274"/>
            <ac:spMk id="5" creationId="{D7A6C09E-EF82-39F5-9635-E09CF7D08469}"/>
          </ac:spMkLst>
        </pc:spChg>
        <pc:spChg chg="del mod">
          <ac:chgData name="Muhammad Muzamil" userId="85802257a49ad561" providerId="LiveId" clId="{0EDA4B87-0919-429D-91C2-6BEAB4B87FF7}" dt="2026-08-20T13:04:49.048" v="955"/>
          <ac:spMkLst>
            <pc:docMk/>
            <pc:sldMk cId="762731709" sldId="274"/>
            <ac:spMk id="6" creationId="{0CAA9C2C-C82E-BEB2-8737-76A1A886D888}"/>
          </ac:spMkLst>
        </pc:spChg>
        <pc:spChg chg="add del mod">
          <ac:chgData name="Muhammad Muzamil" userId="85802257a49ad561" providerId="LiveId" clId="{0EDA4B87-0919-429D-91C2-6BEAB4B87FF7}" dt="2026-08-20T13:04:49.048" v="957"/>
          <ac:spMkLst>
            <pc:docMk/>
            <pc:sldMk cId="762731709" sldId="274"/>
            <ac:spMk id="7" creationId="{962B928A-209A-B5E2-CB98-F6E584DE6899}"/>
          </ac:spMkLst>
        </pc:spChg>
        <pc:spChg chg="add del mod">
          <ac:chgData name="Muhammad Muzamil" userId="85802257a49ad561" providerId="LiveId" clId="{0EDA4B87-0919-429D-91C2-6BEAB4B87FF7}" dt="2026-08-20T13:07:21.740" v="965" actId="478"/>
          <ac:spMkLst>
            <pc:docMk/>
            <pc:sldMk cId="762731709" sldId="274"/>
            <ac:spMk id="8" creationId="{1726D950-B08A-D95C-7213-D2B4A89FFF98}"/>
          </ac:spMkLst>
        </pc:spChg>
        <pc:spChg chg="del">
          <ac:chgData name="Muhammad Muzamil" userId="85802257a49ad561" providerId="LiveId" clId="{0EDA4B87-0919-429D-91C2-6BEAB4B87FF7}" dt="2026-08-20T13:07:25.496" v="967" actId="478"/>
          <ac:spMkLst>
            <pc:docMk/>
            <pc:sldMk cId="762731709" sldId="274"/>
            <ac:spMk id="9" creationId="{848EDD27-B617-5B33-D8AC-A7453E20C478}"/>
          </ac:spMkLst>
        </pc:spChg>
        <pc:spChg chg="add del mod">
          <ac:chgData name="Muhammad Muzamil" userId="85802257a49ad561" providerId="LiveId" clId="{0EDA4B87-0919-429D-91C2-6BEAB4B87FF7}" dt="2026-08-20T13:07:19.809" v="964" actId="478"/>
          <ac:spMkLst>
            <pc:docMk/>
            <pc:sldMk cId="762731709" sldId="274"/>
            <ac:spMk id="10" creationId="{D4C24C00-C2CF-11EA-DFE9-3A0DB22A4FFF}"/>
          </ac:spMkLst>
        </pc:spChg>
        <pc:spChg chg="add del mod">
          <ac:chgData name="Muhammad Muzamil" userId="85802257a49ad561" providerId="LiveId" clId="{0EDA4B87-0919-429D-91C2-6BEAB4B87FF7}" dt="2026-08-20T13:07:25.497" v="969"/>
          <ac:spMkLst>
            <pc:docMk/>
            <pc:sldMk cId="762731709" sldId="274"/>
            <ac:spMk id="11" creationId="{EC0589F2-773C-2A6A-144A-8D9A716C6D84}"/>
          </ac:spMkLst>
        </pc:spChg>
        <pc:spChg chg="add mod">
          <ac:chgData name="Muhammad Muzamil" userId="85802257a49ad561" providerId="LiveId" clId="{0EDA4B87-0919-429D-91C2-6BEAB4B87FF7}" dt="2026-08-20T13:09:15.021" v="989" actId="14100"/>
          <ac:spMkLst>
            <pc:docMk/>
            <pc:sldMk cId="762731709" sldId="274"/>
            <ac:spMk id="12" creationId="{D123D3DD-1311-2A84-00E2-528F63F9DD94}"/>
          </ac:spMkLst>
        </pc:spChg>
        <pc:spChg chg="add mod">
          <ac:chgData name="Muhammad Muzamil" userId="85802257a49ad561" providerId="LiveId" clId="{0EDA4B87-0919-429D-91C2-6BEAB4B87FF7}" dt="2026-08-20T13:09:31.396" v="991" actId="14100"/>
          <ac:spMkLst>
            <pc:docMk/>
            <pc:sldMk cId="762731709" sldId="274"/>
            <ac:spMk id="13" creationId="{E74CB994-4DB7-1239-CE99-DC494D2B6B9D}"/>
          </ac:spMkLst>
        </pc:spChg>
        <pc:spChg chg="add mod">
          <ac:chgData name="Muhammad Muzamil" userId="85802257a49ad561" providerId="LiveId" clId="{0EDA4B87-0919-429D-91C2-6BEAB4B87FF7}" dt="2026-08-20T13:28:19.860" v="998" actId="20577"/>
          <ac:spMkLst>
            <pc:docMk/>
            <pc:sldMk cId="762731709" sldId="274"/>
            <ac:spMk id="14" creationId="{5288E792-17FD-8B84-3BF6-5E0D1557AE31}"/>
          </ac:spMkLst>
        </pc:spChg>
        <pc:spChg chg="add mod">
          <ac:chgData name="Muhammad Muzamil" userId="85802257a49ad561" providerId="LiveId" clId="{0EDA4B87-0919-429D-91C2-6BEAB4B87FF7}" dt="2026-08-20T13:09:08.008" v="988" actId="123"/>
          <ac:spMkLst>
            <pc:docMk/>
            <pc:sldMk cId="762731709" sldId="274"/>
            <ac:spMk id="15" creationId="{DD84CA31-6273-AAB3-737C-73B19C4BC2C2}"/>
          </ac:spMkLst>
        </pc:spChg>
        <pc:spChg chg="add del mod">
          <ac:chgData name="Muhammad Muzamil" userId="85802257a49ad561" providerId="LiveId" clId="{0EDA4B87-0919-429D-91C2-6BEAB4B87FF7}" dt="2026-08-20T13:04:49.051" v="959"/>
          <ac:spMkLst>
            <pc:docMk/>
            <pc:sldMk cId="762731709" sldId="274"/>
            <ac:spMk id="16" creationId="{8791A152-5A57-E3B9-4035-C376B748DCD6}"/>
          </ac:spMkLst>
        </pc:spChg>
        <pc:picChg chg="del">
          <ac:chgData name="Muhammad Muzamil" userId="85802257a49ad561" providerId="LiveId" clId="{0EDA4B87-0919-429D-91C2-6BEAB4B87FF7}" dt="2026-08-20T13:04:18.838" v="940" actId="478"/>
          <ac:picMkLst>
            <pc:docMk/>
            <pc:sldMk cId="762731709" sldId="274"/>
            <ac:picMk id="18" creationId="{FF91268B-3900-1D6C-3153-BFC27DEEF3F1}"/>
          </ac:picMkLst>
        </pc:picChg>
        <pc:picChg chg="del">
          <ac:chgData name="Muhammad Muzamil" userId="85802257a49ad561" providerId="LiveId" clId="{0EDA4B87-0919-429D-91C2-6BEAB4B87FF7}" dt="2026-08-20T13:04:19.977" v="941" actId="478"/>
          <ac:picMkLst>
            <pc:docMk/>
            <pc:sldMk cId="762731709" sldId="274"/>
            <ac:picMk id="19" creationId="{B4D92C72-E00E-0DFA-BB76-8D252F80DB66}"/>
          </ac:picMkLst>
        </pc:picChg>
        <pc:picChg chg="del">
          <ac:chgData name="Muhammad Muzamil" userId="85802257a49ad561" providerId="LiveId" clId="{0EDA4B87-0919-429D-91C2-6BEAB4B87FF7}" dt="2026-08-20T13:04:21.437" v="942" actId="478"/>
          <ac:picMkLst>
            <pc:docMk/>
            <pc:sldMk cId="762731709" sldId="274"/>
            <ac:picMk id="20" creationId="{AE50D5E0-FEA9-AB6A-3506-5124DDCC003E}"/>
          </ac:picMkLst>
        </pc:picChg>
        <pc:picChg chg="del">
          <ac:chgData name="Muhammad Muzamil" userId="85802257a49ad561" providerId="LiveId" clId="{0EDA4B87-0919-429D-91C2-6BEAB4B87FF7}" dt="2026-08-20T13:04:22.642" v="943" actId="478"/>
          <ac:picMkLst>
            <pc:docMk/>
            <pc:sldMk cId="762731709" sldId="274"/>
            <ac:picMk id="21" creationId="{A11054E8-DA21-1E38-4078-21D97DAA32E2}"/>
          </ac:picMkLst>
        </pc:picChg>
      </pc:sldChg>
      <pc:sldChg chg="addSp delSp modSp new mod">
        <pc:chgData name="Muhammad Muzamil" userId="85802257a49ad561" providerId="LiveId" clId="{0EDA4B87-0919-429D-91C2-6BEAB4B87FF7}" dt="2026-08-20T13:39:58.102" v="1091" actId="20577"/>
        <pc:sldMkLst>
          <pc:docMk/>
          <pc:sldMk cId="422177954" sldId="275"/>
        </pc:sldMkLst>
        <pc:spChg chg="add mod">
          <ac:chgData name="Muhammad Muzamil" userId="85802257a49ad561" providerId="LiveId" clId="{0EDA4B87-0919-429D-91C2-6BEAB4B87FF7}" dt="2026-08-20T13:29:59.593" v="1003"/>
          <ac:spMkLst>
            <pc:docMk/>
            <pc:sldMk cId="422177954" sldId="275"/>
            <ac:spMk id="2" creationId="{0557D89E-BF23-E76D-F383-AB886855A9B5}"/>
          </ac:spMkLst>
        </pc:spChg>
        <pc:spChg chg="add mod">
          <ac:chgData name="Muhammad Muzamil" userId="85802257a49ad561" providerId="LiveId" clId="{0EDA4B87-0919-429D-91C2-6BEAB4B87FF7}" dt="2026-08-20T13:29:59.593" v="1003"/>
          <ac:spMkLst>
            <pc:docMk/>
            <pc:sldMk cId="422177954" sldId="275"/>
            <ac:spMk id="3" creationId="{590D08ED-A357-B03B-ABB7-29D55FB7974A}"/>
          </ac:spMkLst>
        </pc:spChg>
        <pc:spChg chg="add mod">
          <ac:chgData name="Muhammad Muzamil" userId="85802257a49ad561" providerId="LiveId" clId="{0EDA4B87-0919-429D-91C2-6BEAB4B87FF7}" dt="2026-08-20T13:33:04.876" v="1037" actId="14100"/>
          <ac:spMkLst>
            <pc:docMk/>
            <pc:sldMk cId="422177954" sldId="275"/>
            <ac:spMk id="4" creationId="{AC5FC7A4-3581-2721-62C9-0E1589E886B4}"/>
          </ac:spMkLst>
        </pc:spChg>
        <pc:spChg chg="add mod">
          <ac:chgData name="Muhammad Muzamil" userId="85802257a49ad561" providerId="LiveId" clId="{0EDA4B87-0919-429D-91C2-6BEAB4B87FF7}" dt="2026-08-20T13:33:14.302" v="1039" actId="14100"/>
          <ac:spMkLst>
            <pc:docMk/>
            <pc:sldMk cId="422177954" sldId="275"/>
            <ac:spMk id="5" creationId="{5DDE0D6D-5F0B-0F83-754B-D4BEFF78F082}"/>
          </ac:spMkLst>
        </pc:spChg>
        <pc:spChg chg="add mod">
          <ac:chgData name="Muhammad Muzamil" userId="85802257a49ad561" providerId="LiveId" clId="{0EDA4B87-0919-429D-91C2-6BEAB4B87FF7}" dt="2026-08-20T13:39:58.102" v="1091" actId="20577"/>
          <ac:spMkLst>
            <pc:docMk/>
            <pc:sldMk cId="422177954" sldId="275"/>
            <ac:spMk id="6" creationId="{F44E6AD6-A52A-AFD0-75FA-A36D663E2154}"/>
          </ac:spMkLst>
        </pc:spChg>
        <pc:spChg chg="add mod">
          <ac:chgData name="Muhammad Muzamil" userId="85802257a49ad561" providerId="LiveId" clId="{0EDA4B87-0919-429D-91C2-6BEAB4B87FF7}" dt="2026-08-20T13:39:47.981" v="1088" actId="14100"/>
          <ac:spMkLst>
            <pc:docMk/>
            <pc:sldMk cId="422177954" sldId="275"/>
            <ac:spMk id="7" creationId="{B0BD95BC-92B9-9105-8EAE-05E396196662}"/>
          </ac:spMkLst>
        </pc:spChg>
        <pc:spChg chg="add del mod">
          <ac:chgData name="Muhammad Muzamil" userId="85802257a49ad561" providerId="LiveId" clId="{0EDA4B87-0919-429D-91C2-6BEAB4B87FF7}" dt="2026-08-20T13:31:37.531" v="1027" actId="478"/>
          <ac:spMkLst>
            <pc:docMk/>
            <pc:sldMk cId="422177954" sldId="275"/>
            <ac:spMk id="8" creationId="{328729DF-10F1-7F02-B0F8-08E50A26E482}"/>
          </ac:spMkLst>
        </pc:spChg>
        <pc:spChg chg="del">
          <ac:chgData name="Muhammad Muzamil" userId="85802257a49ad561" providerId="LiveId" clId="{0EDA4B87-0919-429D-91C2-6BEAB4B87FF7}" dt="2026-08-20T13:31:39.383" v="1028" actId="478"/>
          <ac:spMkLst>
            <pc:docMk/>
            <pc:sldMk cId="422177954" sldId="275"/>
            <ac:spMk id="9" creationId="{AF95349C-CB62-8C14-8FD4-D081A874BA7F}"/>
          </ac:spMkLst>
        </pc:spChg>
        <pc:spChg chg="add del mod">
          <ac:chgData name="Muhammad Muzamil" userId="85802257a49ad561" providerId="LiveId" clId="{0EDA4B87-0919-429D-91C2-6BEAB4B87FF7}" dt="2026-08-20T13:31:35.567" v="1026"/>
          <ac:spMkLst>
            <pc:docMk/>
            <pc:sldMk cId="422177954" sldId="275"/>
            <ac:spMk id="10" creationId="{13A8ED20-6FAC-7770-A4D9-A29B4D795A29}"/>
          </ac:spMkLst>
        </pc:spChg>
        <pc:spChg chg="add del mod">
          <ac:chgData name="Muhammad Muzamil" userId="85802257a49ad561" providerId="LiveId" clId="{0EDA4B87-0919-429D-91C2-6BEAB4B87FF7}" dt="2026-08-20T13:31:35.567" v="1024" actId="478"/>
          <ac:spMkLst>
            <pc:docMk/>
            <pc:sldMk cId="422177954" sldId="275"/>
            <ac:spMk id="11" creationId="{59803518-D1F7-BC43-E923-ED81BACAD6A8}"/>
          </ac:spMkLst>
        </pc:spChg>
        <pc:spChg chg="add mod">
          <ac:chgData name="Muhammad Muzamil" userId="85802257a49ad561" providerId="LiveId" clId="{0EDA4B87-0919-429D-91C2-6BEAB4B87FF7}" dt="2026-08-20T13:29:59.593" v="1003"/>
          <ac:spMkLst>
            <pc:docMk/>
            <pc:sldMk cId="422177954" sldId="275"/>
            <ac:spMk id="12" creationId="{D0F812FD-D9BE-CD27-1352-8E3C5FAABF60}"/>
          </ac:spMkLst>
        </pc:spChg>
      </pc:sldChg>
      <pc:sldChg chg="addSp modSp new mod">
        <pc:chgData name="Muhammad Muzamil" userId="85802257a49ad561" providerId="LiveId" clId="{0EDA4B87-0919-429D-91C2-6BEAB4B87FF7}" dt="2026-08-20T13:41:46.112" v="1156" actId="20577"/>
        <pc:sldMkLst>
          <pc:docMk/>
          <pc:sldMk cId="2852540592" sldId="276"/>
        </pc:sldMkLst>
        <pc:spChg chg="add mod">
          <ac:chgData name="Muhammad Muzamil" userId="85802257a49ad561" providerId="LiveId" clId="{0EDA4B87-0919-429D-91C2-6BEAB4B87FF7}" dt="2026-08-20T13:41:46.112" v="1156" actId="20577"/>
          <ac:spMkLst>
            <pc:docMk/>
            <pc:sldMk cId="2852540592" sldId="276"/>
            <ac:spMk id="3" creationId="{01754D29-0EBC-ECA9-9EB4-1A39EB6E0290}"/>
          </ac:spMkLst>
        </pc:spChg>
      </pc:sldChg>
      <pc:sldChg chg="new del">
        <pc:chgData name="Muhammad Muzamil" userId="85802257a49ad561" providerId="LiveId" clId="{0EDA4B87-0919-429D-91C2-6BEAB4B87FF7}" dt="2026-08-20T13:34:58.486" v="1047" actId="2696"/>
        <pc:sldMkLst>
          <pc:docMk/>
          <pc:sldMk cId="4099536203"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7AF2FD-1A45-48CE-BB65-0078E1AC8DA7}" type="datetimeFigureOut">
              <a:rPr lang="en-PK" smtClean="0"/>
              <a:t>20/08/2026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C7AB23-2B74-4136-BCF8-4519C2BCBF6D}" type="slidenum">
              <a:rPr lang="en-PK" smtClean="0"/>
              <a:t>‹#›</a:t>
            </a:fld>
            <a:endParaRPr lang="en-PK"/>
          </a:p>
        </p:txBody>
      </p:sp>
    </p:spTree>
    <p:extLst>
      <p:ext uri="{BB962C8B-B14F-4D97-AF65-F5344CB8AC3E}">
        <p14:creationId xmlns:p14="http://schemas.microsoft.com/office/powerpoint/2010/main" val="3628669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9C7AB23-2B74-4136-BCF8-4519C2BCBF6D}" type="slidenum">
              <a:rPr lang="en-PK" smtClean="0"/>
              <a:t>3</a:t>
            </a:fld>
            <a:endParaRPr lang="en-PK"/>
          </a:p>
        </p:txBody>
      </p:sp>
    </p:spTree>
    <p:extLst>
      <p:ext uri="{BB962C8B-B14F-4D97-AF65-F5344CB8AC3E}">
        <p14:creationId xmlns:p14="http://schemas.microsoft.com/office/powerpoint/2010/main" val="1731225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9C7AB23-2B74-4136-BCF8-4519C2BCBF6D}" type="slidenum">
              <a:rPr lang="en-PK" smtClean="0"/>
              <a:t>5</a:t>
            </a:fld>
            <a:endParaRPr lang="en-PK"/>
          </a:p>
        </p:txBody>
      </p:sp>
    </p:spTree>
    <p:extLst>
      <p:ext uri="{BB962C8B-B14F-4D97-AF65-F5344CB8AC3E}">
        <p14:creationId xmlns:p14="http://schemas.microsoft.com/office/powerpoint/2010/main" val="3046918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9C7AB23-2B74-4136-BCF8-4519C2BCBF6D}" type="slidenum">
              <a:rPr lang="en-PK" smtClean="0"/>
              <a:t>7</a:t>
            </a:fld>
            <a:endParaRPr lang="en-PK"/>
          </a:p>
        </p:txBody>
      </p:sp>
    </p:spTree>
    <p:extLst>
      <p:ext uri="{BB962C8B-B14F-4D97-AF65-F5344CB8AC3E}">
        <p14:creationId xmlns:p14="http://schemas.microsoft.com/office/powerpoint/2010/main" val="181481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8629C-7224-2CAF-88B4-56A1FA892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642EE-8279-5C8A-AA01-B989A9952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C99257-384A-E324-8283-603DB9A75183}"/>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A86465C8-FAD1-4B15-AA7D-A0845BFEBE14}"/>
              </a:ext>
            </a:extLst>
          </p:cNvPr>
          <p:cNvSpPr>
            <a:spLocks noGrp="1"/>
          </p:cNvSpPr>
          <p:nvPr>
            <p:ph type="sldNum" sz="quarter" idx="5"/>
          </p:nvPr>
        </p:nvSpPr>
        <p:spPr/>
        <p:txBody>
          <a:bodyPr/>
          <a:lstStyle/>
          <a:p>
            <a:fld id="{89C7AB23-2B74-4136-BCF8-4519C2BCBF6D}" type="slidenum">
              <a:rPr lang="en-PK" smtClean="0"/>
              <a:t>17</a:t>
            </a:fld>
            <a:endParaRPr lang="en-PK"/>
          </a:p>
        </p:txBody>
      </p:sp>
    </p:spTree>
    <p:extLst>
      <p:ext uri="{BB962C8B-B14F-4D97-AF65-F5344CB8AC3E}">
        <p14:creationId xmlns:p14="http://schemas.microsoft.com/office/powerpoint/2010/main" val="3592808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82880" cy="685800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914400"/>
            <a:ext cx="10698480" cy="1417320"/>
          </a:xfrm>
          <a:prstGeom prst="rect">
            <a:avLst/>
          </a:prstGeom>
          <a:noFill/>
        </p:spPr>
        <p:txBody>
          <a:bodyPr wrap="none">
            <a:spAutoFit/>
          </a:bodyPr>
          <a:lstStyle/>
          <a:p>
            <a:pPr>
              <a:defRPr sz="4200" b="1">
                <a:solidFill>
                  <a:srgbClr val="122B46"/>
                </a:solidFill>
                <a:latin typeface="Arial"/>
              </a:defRPr>
            </a:pPr>
            <a:r>
              <a:rPr dirty="0"/>
              <a:t>LATIF JI BOLI</a:t>
            </a:r>
          </a:p>
          <a:p>
            <a:pPr>
              <a:defRPr sz="2700">
                <a:solidFill>
                  <a:srgbClr val="141414"/>
                </a:solidFill>
                <a:latin typeface="Arial"/>
              </a:defRPr>
            </a:pPr>
            <a:r>
              <a:rPr dirty="0"/>
              <a:t>A Sindhi Programming Language Interpreter</a:t>
            </a:r>
          </a:p>
        </p:txBody>
      </p:sp>
      <p:sp>
        <p:nvSpPr>
          <p:cNvPr id="4" name="TextBox 3"/>
          <p:cNvSpPr txBox="1"/>
          <p:nvPr/>
        </p:nvSpPr>
        <p:spPr>
          <a:xfrm>
            <a:off x="833234" y="2606040"/>
            <a:ext cx="5816464" cy="2746906"/>
          </a:xfrm>
          <a:prstGeom prst="rect">
            <a:avLst/>
          </a:prstGeom>
          <a:noFill/>
        </p:spPr>
        <p:txBody>
          <a:bodyPr wrap="none">
            <a:spAutoFit/>
          </a:bodyPr>
          <a:lstStyle/>
          <a:p>
            <a:pPr>
              <a:spcAft>
                <a:spcPts val="700"/>
              </a:spcAft>
              <a:defRPr sz="1800">
                <a:solidFill>
                  <a:srgbClr val="141414"/>
                </a:solidFill>
                <a:latin typeface="Arial"/>
              </a:defRPr>
            </a:pPr>
            <a:r>
              <a:rPr b="1" dirty="0"/>
              <a:t>Muhammad Muzamil  •  22SWE30  •  Group Leader</a:t>
            </a:r>
          </a:p>
          <a:p>
            <a:pPr>
              <a:spcAft>
                <a:spcPts val="700"/>
              </a:spcAft>
              <a:defRPr sz="1800">
                <a:solidFill>
                  <a:srgbClr val="141414"/>
                </a:solidFill>
                <a:latin typeface="Arial"/>
              </a:defRPr>
            </a:pPr>
            <a:endParaRPr lang="en-US" b="1" dirty="0"/>
          </a:p>
          <a:p>
            <a:pPr>
              <a:spcAft>
                <a:spcPts val="700"/>
              </a:spcAft>
              <a:defRPr sz="1800">
                <a:solidFill>
                  <a:srgbClr val="141414"/>
                </a:solidFill>
                <a:latin typeface="Arial"/>
              </a:defRPr>
            </a:pPr>
            <a:r>
              <a:rPr b="1" dirty="0"/>
              <a:t>Ali Yawar  •  22SW43  •  Ass</a:t>
            </a:r>
            <a:r>
              <a:rPr lang="en-US" b="1" dirty="0"/>
              <a:t>t:</a:t>
            </a:r>
            <a:r>
              <a:rPr b="1" dirty="0"/>
              <a:t> Group Leader</a:t>
            </a:r>
          </a:p>
          <a:p>
            <a:pPr>
              <a:spcAft>
                <a:spcPts val="700"/>
              </a:spcAft>
              <a:defRPr sz="1800">
                <a:solidFill>
                  <a:srgbClr val="141414"/>
                </a:solidFill>
                <a:latin typeface="Arial"/>
              </a:defRPr>
            </a:pPr>
            <a:endParaRPr lang="en-US" b="1" dirty="0"/>
          </a:p>
          <a:p>
            <a:pPr>
              <a:spcAft>
                <a:spcPts val="700"/>
              </a:spcAft>
              <a:defRPr sz="1800">
                <a:solidFill>
                  <a:srgbClr val="141414"/>
                </a:solidFill>
                <a:latin typeface="Arial"/>
              </a:defRPr>
            </a:pPr>
            <a:r>
              <a:rPr b="1" dirty="0"/>
              <a:t>Ahsan Abbas  •  22SW12  •  Ass</a:t>
            </a:r>
            <a:r>
              <a:rPr lang="en-US" b="1" dirty="0"/>
              <a:t>t:</a:t>
            </a:r>
            <a:r>
              <a:rPr b="1" dirty="0"/>
              <a:t> Group Leader</a:t>
            </a:r>
          </a:p>
          <a:p>
            <a:pPr>
              <a:spcBef>
                <a:spcPts val="800"/>
              </a:spcBef>
              <a:defRPr sz="2000" b="1">
                <a:solidFill>
                  <a:srgbClr val="006F7D"/>
                </a:solidFill>
                <a:latin typeface="Arial"/>
              </a:defRPr>
            </a:pPr>
            <a:endParaRPr lang="en-US" dirty="0"/>
          </a:p>
          <a:p>
            <a:pPr>
              <a:spcBef>
                <a:spcPts val="800"/>
              </a:spcBef>
              <a:defRPr sz="2000" b="1">
                <a:solidFill>
                  <a:srgbClr val="006F7D"/>
                </a:solidFill>
                <a:latin typeface="Arial"/>
              </a:defRPr>
            </a:pPr>
            <a:r>
              <a:rPr dirty="0"/>
              <a:t>Supervisor: Dr. Ali Raza </a:t>
            </a:r>
            <a:r>
              <a:rPr dirty="0" err="1"/>
              <a:t>Bhangwar</a:t>
            </a:r>
            <a:endParaRPr dirty="0"/>
          </a:p>
        </p:txBody>
      </p:sp>
      <p:sp>
        <p:nvSpPr>
          <p:cNvPr id="5" name="TextBox 4"/>
          <p:cNvSpPr txBox="1"/>
          <p:nvPr/>
        </p:nvSpPr>
        <p:spPr>
          <a:xfrm>
            <a:off x="822960" y="5166360"/>
            <a:ext cx="6172972" cy="584775"/>
          </a:xfrm>
          <a:prstGeom prst="rect">
            <a:avLst/>
          </a:prstGeom>
          <a:noFill/>
        </p:spPr>
        <p:txBody>
          <a:bodyPr wrap="none">
            <a:spAutoFit/>
          </a:bodyPr>
          <a:lstStyle/>
          <a:p>
            <a:pPr>
              <a:defRPr sz="1600">
                <a:solidFill>
                  <a:srgbClr val="5A6269"/>
                </a:solidFill>
                <a:latin typeface="Arial"/>
              </a:defRPr>
            </a:pPr>
            <a:endParaRPr lang="en-US" dirty="0"/>
          </a:p>
          <a:p>
            <a:pPr>
              <a:defRPr sz="1600">
                <a:solidFill>
                  <a:srgbClr val="5A6269"/>
                </a:solidFill>
                <a:latin typeface="Arial"/>
              </a:defRPr>
            </a:pPr>
            <a:r>
              <a:rPr dirty="0"/>
              <a:t>Department of Software Engineering • QUEST Nawabshah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E4EA8A-7FC0-4611-CF30-5367F2AAA5BF}"/>
              </a:ext>
            </a:extLst>
          </p:cNvPr>
          <p:cNvSpPr/>
          <p:nvPr/>
        </p:nvSpPr>
        <p:spPr>
          <a:xfrm>
            <a:off x="0" y="0"/>
            <a:ext cx="12191999" cy="82296"/>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0B20C47-F4DA-2FD3-C6D4-838166FE8F74}"/>
              </a:ext>
            </a:extLst>
          </p:cNvPr>
          <p:cNvSpPr txBox="1"/>
          <p:nvPr/>
        </p:nvSpPr>
        <p:spPr>
          <a:xfrm>
            <a:off x="566928" y="256032"/>
            <a:ext cx="10972800" cy="530352"/>
          </a:xfrm>
          <a:prstGeom prst="rect">
            <a:avLst/>
          </a:prstGeom>
          <a:noFill/>
        </p:spPr>
        <p:txBody>
          <a:bodyPr wrap="none">
            <a:spAutoFit/>
          </a:bodyPr>
          <a:lstStyle/>
          <a:p>
            <a:pPr>
              <a:defRPr sz="2800" b="1">
                <a:solidFill>
                  <a:srgbClr val="122B46"/>
                </a:solidFill>
                <a:latin typeface="Arial"/>
              </a:defRPr>
            </a:pPr>
            <a:r>
              <a:t>Outlines</a:t>
            </a:r>
          </a:p>
        </p:txBody>
      </p:sp>
      <p:sp>
        <p:nvSpPr>
          <p:cNvPr id="4" name="TextBox 3">
            <a:extLst>
              <a:ext uri="{FF2B5EF4-FFF2-40B4-BE49-F238E27FC236}">
                <a16:creationId xmlns:a16="http://schemas.microsoft.com/office/drawing/2014/main" id="{DCBE784E-C8F8-45C3-EA5A-C1986EA40C3F}"/>
              </a:ext>
            </a:extLst>
          </p:cNvPr>
          <p:cNvSpPr txBox="1"/>
          <p:nvPr/>
        </p:nvSpPr>
        <p:spPr>
          <a:xfrm>
            <a:off x="10972800" y="6400800"/>
            <a:ext cx="548640" cy="228600"/>
          </a:xfrm>
          <a:prstGeom prst="rect">
            <a:avLst/>
          </a:prstGeom>
          <a:noFill/>
        </p:spPr>
        <p:txBody>
          <a:bodyPr wrap="none">
            <a:spAutoFit/>
          </a:bodyPr>
          <a:lstStyle/>
          <a:p>
            <a:pPr algn="r">
              <a:defRPr sz="1000">
                <a:solidFill>
                  <a:srgbClr val="5A6269"/>
                </a:solidFill>
                <a:latin typeface="Arial"/>
              </a:defRPr>
            </a:pPr>
            <a:r>
              <a:t>2</a:t>
            </a:r>
          </a:p>
        </p:txBody>
      </p:sp>
      <p:sp>
        <p:nvSpPr>
          <p:cNvPr id="5" name="TextBox 4">
            <a:extLst>
              <a:ext uri="{FF2B5EF4-FFF2-40B4-BE49-F238E27FC236}">
                <a16:creationId xmlns:a16="http://schemas.microsoft.com/office/drawing/2014/main" id="{0AA87BA1-79BE-110B-8B1D-AC3A0BE22F22}"/>
              </a:ext>
            </a:extLst>
          </p:cNvPr>
          <p:cNvSpPr txBox="1"/>
          <p:nvPr/>
        </p:nvSpPr>
        <p:spPr>
          <a:xfrm>
            <a:off x="822960" y="1325880"/>
            <a:ext cx="5303520" cy="2323713"/>
          </a:xfrm>
          <a:prstGeom prst="rect">
            <a:avLst/>
          </a:prstGeom>
          <a:noFill/>
        </p:spPr>
        <p:txBody>
          <a:bodyPr wrap="square">
            <a:spAutoFit/>
          </a:bodyPr>
          <a:lstStyle/>
          <a:p>
            <a:pPr>
              <a:spcAft>
                <a:spcPts val="1200"/>
              </a:spcAft>
              <a:defRPr sz="2100">
                <a:solidFill>
                  <a:srgbClr val="141414"/>
                </a:solidFill>
                <a:latin typeface="Arial"/>
              </a:defRPr>
            </a:pPr>
            <a:r>
              <a:rPr b="1" dirty="0"/>
              <a:t>1.</a:t>
            </a:r>
            <a:r>
              <a:rPr dirty="0"/>
              <a:t> Introduction</a:t>
            </a:r>
          </a:p>
          <a:p>
            <a:pPr>
              <a:spcAft>
                <a:spcPts val="1200"/>
              </a:spcAft>
              <a:defRPr sz="2100">
                <a:solidFill>
                  <a:srgbClr val="141414"/>
                </a:solidFill>
                <a:latin typeface="Arial"/>
              </a:defRPr>
            </a:pPr>
            <a:r>
              <a:rPr b="1" dirty="0"/>
              <a:t>2.</a:t>
            </a:r>
            <a:r>
              <a:rPr dirty="0"/>
              <a:t> Literature Review &amp; Summary Table</a:t>
            </a:r>
          </a:p>
          <a:p>
            <a:pPr>
              <a:spcAft>
                <a:spcPts val="1200"/>
              </a:spcAft>
              <a:defRPr sz="2100">
                <a:solidFill>
                  <a:srgbClr val="141414"/>
                </a:solidFill>
                <a:latin typeface="Arial"/>
              </a:defRPr>
            </a:pPr>
            <a:r>
              <a:rPr b="1" dirty="0"/>
              <a:t>3.</a:t>
            </a:r>
            <a:r>
              <a:rPr dirty="0"/>
              <a:t> Problem Statement</a:t>
            </a:r>
          </a:p>
          <a:p>
            <a:pPr>
              <a:spcAft>
                <a:spcPts val="1200"/>
              </a:spcAft>
              <a:defRPr sz="2100">
                <a:solidFill>
                  <a:srgbClr val="141414"/>
                </a:solidFill>
                <a:latin typeface="Arial"/>
              </a:defRPr>
            </a:pPr>
            <a:r>
              <a:rPr b="1" dirty="0"/>
              <a:t>4.</a:t>
            </a:r>
            <a:r>
              <a:rPr dirty="0"/>
              <a:t> Aim and Objectives</a:t>
            </a:r>
          </a:p>
          <a:p>
            <a:pPr>
              <a:spcAft>
                <a:spcPts val="1200"/>
              </a:spcAft>
              <a:defRPr sz="2100">
                <a:solidFill>
                  <a:srgbClr val="141414"/>
                </a:solidFill>
                <a:latin typeface="Arial"/>
              </a:defRPr>
            </a:pPr>
            <a:r>
              <a:rPr b="1" dirty="0"/>
              <a:t>5.</a:t>
            </a:r>
            <a:r>
              <a:rPr dirty="0"/>
              <a:t> Methodology</a:t>
            </a:r>
          </a:p>
        </p:txBody>
      </p:sp>
      <p:sp>
        <p:nvSpPr>
          <p:cNvPr id="6" name="TextBox 5">
            <a:extLst>
              <a:ext uri="{FF2B5EF4-FFF2-40B4-BE49-F238E27FC236}">
                <a16:creationId xmlns:a16="http://schemas.microsoft.com/office/drawing/2014/main" id="{097F8C53-2545-46DA-F14E-AF72EC2C345D}"/>
              </a:ext>
            </a:extLst>
          </p:cNvPr>
          <p:cNvSpPr txBox="1"/>
          <p:nvPr/>
        </p:nvSpPr>
        <p:spPr>
          <a:xfrm>
            <a:off x="6309360" y="1325880"/>
            <a:ext cx="4937760" cy="1846659"/>
          </a:xfrm>
          <a:prstGeom prst="rect">
            <a:avLst/>
          </a:prstGeom>
          <a:noFill/>
        </p:spPr>
        <p:txBody>
          <a:bodyPr wrap="square">
            <a:spAutoFit/>
          </a:bodyPr>
          <a:lstStyle/>
          <a:p>
            <a:pPr>
              <a:spcAft>
                <a:spcPts val="1200"/>
              </a:spcAft>
              <a:defRPr sz="2100">
                <a:solidFill>
                  <a:srgbClr val="141414"/>
                </a:solidFill>
                <a:latin typeface="Arial"/>
              </a:defRPr>
            </a:pPr>
            <a:r>
              <a:rPr b="1" dirty="0"/>
              <a:t>6.</a:t>
            </a:r>
            <a:r>
              <a:rPr dirty="0"/>
              <a:t> Implementation</a:t>
            </a:r>
          </a:p>
          <a:p>
            <a:pPr>
              <a:spcAft>
                <a:spcPts val="1200"/>
              </a:spcAft>
              <a:defRPr sz="2100">
                <a:solidFill>
                  <a:srgbClr val="141414"/>
                </a:solidFill>
                <a:latin typeface="Arial"/>
              </a:defRPr>
            </a:pPr>
            <a:r>
              <a:rPr b="1" dirty="0"/>
              <a:t>7.</a:t>
            </a:r>
            <a:r>
              <a:rPr dirty="0"/>
              <a:t> Results</a:t>
            </a:r>
          </a:p>
          <a:p>
            <a:pPr>
              <a:spcAft>
                <a:spcPts val="1200"/>
              </a:spcAft>
              <a:defRPr sz="2100">
                <a:solidFill>
                  <a:srgbClr val="141414"/>
                </a:solidFill>
                <a:latin typeface="Arial"/>
              </a:defRPr>
            </a:pPr>
            <a:r>
              <a:rPr b="1" dirty="0"/>
              <a:t>8.</a:t>
            </a:r>
            <a:r>
              <a:rPr dirty="0"/>
              <a:t> Conclusion</a:t>
            </a:r>
          </a:p>
          <a:p>
            <a:pPr>
              <a:spcAft>
                <a:spcPts val="1200"/>
              </a:spcAft>
              <a:defRPr sz="2100">
                <a:solidFill>
                  <a:srgbClr val="141414"/>
                </a:solidFill>
                <a:latin typeface="Arial"/>
              </a:defRPr>
            </a:pPr>
            <a:r>
              <a:rPr b="1" dirty="0"/>
              <a:t>9.</a:t>
            </a:r>
            <a:r>
              <a:rPr dirty="0"/>
              <a:t> References</a:t>
            </a:r>
          </a:p>
        </p:txBody>
      </p:sp>
    </p:spTree>
    <p:extLst>
      <p:ext uri="{BB962C8B-B14F-4D97-AF65-F5344CB8AC3E}">
        <p14:creationId xmlns:p14="http://schemas.microsoft.com/office/powerpoint/2010/main" val="3241531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BCC1EF0-23FA-CB79-6B08-D7A88DA7C8C1}"/>
              </a:ext>
            </a:extLst>
          </p:cNvPr>
          <p:cNvSpPr/>
          <p:nvPr/>
        </p:nvSpPr>
        <p:spPr>
          <a:xfrm>
            <a:off x="0" y="0"/>
            <a:ext cx="12191999" cy="82296"/>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7C68969E-46D0-42A0-18DC-200ACBBEA005}"/>
              </a:ext>
            </a:extLst>
          </p:cNvPr>
          <p:cNvSpPr txBox="1"/>
          <p:nvPr/>
        </p:nvSpPr>
        <p:spPr>
          <a:xfrm>
            <a:off x="566928" y="256032"/>
            <a:ext cx="10972800" cy="530352"/>
          </a:xfrm>
          <a:prstGeom prst="rect">
            <a:avLst/>
          </a:prstGeom>
          <a:noFill/>
        </p:spPr>
        <p:txBody>
          <a:bodyPr wrap="none">
            <a:spAutoFit/>
          </a:bodyPr>
          <a:lstStyle/>
          <a:p>
            <a:pPr>
              <a:defRPr sz="2800" b="1">
                <a:solidFill>
                  <a:srgbClr val="122B46"/>
                </a:solidFill>
                <a:latin typeface="Arial"/>
              </a:defRPr>
            </a:pPr>
            <a:r>
              <a:t>Introduction</a:t>
            </a:r>
          </a:p>
        </p:txBody>
      </p:sp>
      <p:sp>
        <p:nvSpPr>
          <p:cNvPr id="30" name="TextBox 29">
            <a:extLst>
              <a:ext uri="{FF2B5EF4-FFF2-40B4-BE49-F238E27FC236}">
                <a16:creationId xmlns:a16="http://schemas.microsoft.com/office/drawing/2014/main" id="{BC519493-C928-AE6B-569B-E2E2E38B40F2}"/>
              </a:ext>
            </a:extLst>
          </p:cNvPr>
          <p:cNvSpPr txBox="1"/>
          <p:nvPr/>
        </p:nvSpPr>
        <p:spPr>
          <a:xfrm>
            <a:off x="10972800" y="6400800"/>
            <a:ext cx="548640" cy="228600"/>
          </a:xfrm>
          <a:prstGeom prst="rect">
            <a:avLst/>
          </a:prstGeom>
          <a:noFill/>
        </p:spPr>
        <p:txBody>
          <a:bodyPr wrap="none">
            <a:spAutoFit/>
          </a:bodyPr>
          <a:lstStyle/>
          <a:p>
            <a:pPr algn="r">
              <a:defRPr sz="1000">
                <a:solidFill>
                  <a:srgbClr val="5A6269"/>
                </a:solidFill>
                <a:latin typeface="Arial"/>
              </a:defRPr>
            </a:pPr>
            <a:r>
              <a:t>3</a:t>
            </a:r>
          </a:p>
        </p:txBody>
      </p:sp>
      <p:sp>
        <p:nvSpPr>
          <p:cNvPr id="31" name="Rounded Rectangle 4">
            <a:extLst>
              <a:ext uri="{FF2B5EF4-FFF2-40B4-BE49-F238E27FC236}">
                <a16:creationId xmlns:a16="http://schemas.microsoft.com/office/drawing/2014/main" id="{9F824262-009F-60A5-DFFA-4B7755EB2A99}"/>
              </a:ext>
            </a:extLst>
          </p:cNvPr>
          <p:cNvSpPr/>
          <p:nvPr/>
        </p:nvSpPr>
        <p:spPr>
          <a:xfrm>
            <a:off x="640079" y="1143000"/>
            <a:ext cx="10747249" cy="2011454"/>
          </a:xfrm>
          <a:prstGeom prst="round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a:extLst>
              <a:ext uri="{FF2B5EF4-FFF2-40B4-BE49-F238E27FC236}">
                <a16:creationId xmlns:a16="http://schemas.microsoft.com/office/drawing/2014/main" id="{5E077489-EBCC-45B4-744D-299A3BB7BD15}"/>
              </a:ext>
            </a:extLst>
          </p:cNvPr>
          <p:cNvSpPr/>
          <p:nvPr/>
        </p:nvSpPr>
        <p:spPr>
          <a:xfrm>
            <a:off x="640080" y="1143000"/>
            <a:ext cx="45719" cy="2011454"/>
          </a:xfrm>
          <a:prstGeom prst="rect">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003C41A2-F0D6-CF15-9B5C-1CD4378927A5}"/>
              </a:ext>
            </a:extLst>
          </p:cNvPr>
          <p:cNvSpPr txBox="1"/>
          <p:nvPr/>
        </p:nvSpPr>
        <p:spPr>
          <a:xfrm>
            <a:off x="804671" y="1252728"/>
            <a:ext cx="5212080" cy="461665"/>
          </a:xfrm>
          <a:prstGeom prst="rect">
            <a:avLst/>
          </a:prstGeom>
          <a:noFill/>
        </p:spPr>
        <p:txBody>
          <a:bodyPr wrap="square">
            <a:spAutoFit/>
          </a:bodyPr>
          <a:lstStyle/>
          <a:p>
            <a:pPr algn="l">
              <a:defRPr sz="1600" b="1">
                <a:solidFill>
                  <a:srgbClr val="122B46"/>
                </a:solidFill>
                <a:latin typeface="Arial"/>
              </a:defRPr>
            </a:pPr>
            <a:r>
              <a:rPr sz="2400" dirty="0"/>
              <a:t>What is Latif Ji Boli?</a:t>
            </a:r>
          </a:p>
        </p:txBody>
      </p:sp>
      <p:sp>
        <p:nvSpPr>
          <p:cNvPr id="34" name="TextBox 33">
            <a:extLst>
              <a:ext uri="{FF2B5EF4-FFF2-40B4-BE49-F238E27FC236}">
                <a16:creationId xmlns:a16="http://schemas.microsoft.com/office/drawing/2014/main" id="{2AE7565C-6273-F721-F44C-6E5D4AAE91FA}"/>
              </a:ext>
            </a:extLst>
          </p:cNvPr>
          <p:cNvSpPr txBox="1"/>
          <p:nvPr/>
        </p:nvSpPr>
        <p:spPr>
          <a:xfrm>
            <a:off x="804670" y="1600200"/>
            <a:ext cx="10424983" cy="1477328"/>
          </a:xfrm>
          <a:prstGeom prst="rect">
            <a:avLst/>
          </a:prstGeom>
          <a:noFill/>
        </p:spPr>
        <p:txBody>
          <a:bodyPr wrap="square">
            <a:spAutoFit/>
          </a:bodyPr>
          <a:lstStyle/>
          <a:p>
            <a:pPr algn="just">
              <a:defRPr sz="1800" b="0">
                <a:solidFill>
                  <a:srgbClr val="141414"/>
                </a:solidFill>
                <a:latin typeface="Arial"/>
              </a:defRPr>
            </a:pPr>
            <a:endParaRPr lang="en-US" dirty="0"/>
          </a:p>
          <a:p>
            <a:pPr algn="just">
              <a:defRPr sz="1800" b="0">
                <a:solidFill>
                  <a:srgbClr val="141414"/>
                </a:solidFill>
                <a:latin typeface="Arial"/>
              </a:defRPr>
            </a:pPr>
            <a:r>
              <a:rPr lang="en-US" dirty="0"/>
              <a:t>Latif Ji Boli is a Sindhi programming language interpreter developed in Java. It allows users to write and execute programs using Sindhi-language keywords and Unicode Sindhi script. The main idea is to provide a programming environment where Sindhi-speaking users can work with programming concepts using their own language.</a:t>
            </a:r>
            <a:endParaRPr sz="2000" dirty="0"/>
          </a:p>
        </p:txBody>
      </p:sp>
      <p:sp>
        <p:nvSpPr>
          <p:cNvPr id="39" name="Rounded Rectangle 12">
            <a:extLst>
              <a:ext uri="{FF2B5EF4-FFF2-40B4-BE49-F238E27FC236}">
                <a16:creationId xmlns:a16="http://schemas.microsoft.com/office/drawing/2014/main" id="{496AD3CD-B763-BC8B-F490-9E06055E7C24}"/>
              </a:ext>
            </a:extLst>
          </p:cNvPr>
          <p:cNvSpPr/>
          <p:nvPr/>
        </p:nvSpPr>
        <p:spPr>
          <a:xfrm>
            <a:off x="640080" y="3511522"/>
            <a:ext cx="10747248" cy="1872136"/>
          </a:xfrm>
          <a:prstGeom prst="roundRect">
            <a:avLst>
              <a:gd name="adj" fmla="val 0"/>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0" name="Rectangle 39">
            <a:extLst>
              <a:ext uri="{FF2B5EF4-FFF2-40B4-BE49-F238E27FC236}">
                <a16:creationId xmlns:a16="http://schemas.microsoft.com/office/drawing/2014/main" id="{58FB120B-28A8-988C-B104-76FC172EA7F4}"/>
              </a:ext>
            </a:extLst>
          </p:cNvPr>
          <p:cNvSpPr/>
          <p:nvPr/>
        </p:nvSpPr>
        <p:spPr>
          <a:xfrm>
            <a:off x="619957" y="3495517"/>
            <a:ext cx="45719" cy="1904146"/>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A5679CA0-C410-68CF-9326-7FCCA31C1BF2}"/>
              </a:ext>
            </a:extLst>
          </p:cNvPr>
          <p:cNvSpPr txBox="1"/>
          <p:nvPr/>
        </p:nvSpPr>
        <p:spPr>
          <a:xfrm>
            <a:off x="804671" y="2990088"/>
            <a:ext cx="5212080" cy="1200329"/>
          </a:xfrm>
          <a:prstGeom prst="rect">
            <a:avLst/>
          </a:prstGeom>
          <a:noFill/>
        </p:spPr>
        <p:txBody>
          <a:bodyPr wrap="square">
            <a:spAutoFit/>
          </a:bodyPr>
          <a:lstStyle/>
          <a:p>
            <a:pPr>
              <a:defRPr sz="1600" b="1">
                <a:solidFill>
                  <a:srgbClr val="122B46"/>
                </a:solidFill>
                <a:latin typeface="Arial"/>
              </a:defRPr>
            </a:pPr>
            <a:endParaRPr lang="en-US" sz="2400" dirty="0"/>
          </a:p>
          <a:p>
            <a:pPr>
              <a:defRPr sz="1600" b="1">
                <a:solidFill>
                  <a:srgbClr val="122B46"/>
                </a:solidFill>
                <a:latin typeface="Arial"/>
              </a:defRPr>
            </a:pPr>
            <a:endParaRPr lang="en-US" sz="2400" dirty="0"/>
          </a:p>
          <a:p>
            <a:pPr>
              <a:defRPr sz="1600" b="1">
                <a:solidFill>
                  <a:srgbClr val="122B46"/>
                </a:solidFill>
                <a:latin typeface="Arial"/>
              </a:defRPr>
            </a:pPr>
            <a:r>
              <a:rPr lang="en-US" sz="2400" dirty="0"/>
              <a:t>Purpose</a:t>
            </a:r>
          </a:p>
        </p:txBody>
      </p:sp>
      <p:sp>
        <p:nvSpPr>
          <p:cNvPr id="42" name="TextBox 41">
            <a:extLst>
              <a:ext uri="{FF2B5EF4-FFF2-40B4-BE49-F238E27FC236}">
                <a16:creationId xmlns:a16="http://schemas.microsoft.com/office/drawing/2014/main" id="{A8B23A1C-22A7-C365-13BA-ABE0C68F19D0}"/>
              </a:ext>
            </a:extLst>
          </p:cNvPr>
          <p:cNvSpPr txBox="1"/>
          <p:nvPr/>
        </p:nvSpPr>
        <p:spPr>
          <a:xfrm>
            <a:off x="804671" y="3337560"/>
            <a:ext cx="10527792" cy="2062103"/>
          </a:xfrm>
          <a:prstGeom prst="rect">
            <a:avLst/>
          </a:prstGeom>
          <a:noFill/>
        </p:spPr>
        <p:txBody>
          <a:bodyPr wrap="square">
            <a:spAutoFit/>
          </a:bodyPr>
          <a:lstStyle/>
          <a:p>
            <a:pPr algn="just">
              <a:defRPr sz="1700" b="0">
                <a:solidFill>
                  <a:srgbClr val="141414"/>
                </a:solidFill>
                <a:latin typeface="Arial"/>
              </a:defRPr>
            </a:pPr>
            <a:endParaRPr lang="en-US" sz="2000" dirty="0"/>
          </a:p>
          <a:p>
            <a:pPr algn="just">
              <a:defRPr sz="1700" b="0">
                <a:solidFill>
                  <a:srgbClr val="141414"/>
                </a:solidFill>
                <a:latin typeface="Arial"/>
              </a:defRPr>
            </a:pPr>
            <a:endParaRPr lang="en-US" sz="2000" dirty="0"/>
          </a:p>
          <a:p>
            <a:pPr algn="just">
              <a:defRPr sz="1700" b="0">
                <a:solidFill>
                  <a:srgbClr val="141414"/>
                </a:solidFill>
                <a:latin typeface="Arial"/>
              </a:defRPr>
            </a:pPr>
            <a:endParaRPr lang="en-US" sz="2000" dirty="0"/>
          </a:p>
          <a:p>
            <a:pPr algn="just">
              <a:defRPr sz="1700" b="0">
                <a:solidFill>
                  <a:srgbClr val="141414"/>
                </a:solidFill>
                <a:latin typeface="Arial"/>
              </a:defRPr>
            </a:pPr>
            <a:r>
              <a:rPr lang="en-US" dirty="0"/>
              <a:t>The purpose of Latif Ji Boli is to provide a familiar educational programming environment for Sindhi-speaking learners. It reduces the dependency on English-based programming terminology while keeping the core logic and concepts of modern programming. In this way, learners can focus more on understanding programming concepts instead of struggling with unfamiliar language terminology.</a:t>
            </a:r>
          </a:p>
        </p:txBody>
      </p:sp>
      <p:sp>
        <p:nvSpPr>
          <p:cNvPr id="45" name="TextBox 44">
            <a:extLst>
              <a:ext uri="{FF2B5EF4-FFF2-40B4-BE49-F238E27FC236}">
                <a16:creationId xmlns:a16="http://schemas.microsoft.com/office/drawing/2014/main" id="{EB59CAAA-6699-1788-674C-CEFFD7AA799D}"/>
              </a:ext>
            </a:extLst>
          </p:cNvPr>
          <p:cNvSpPr txBox="1"/>
          <p:nvPr/>
        </p:nvSpPr>
        <p:spPr>
          <a:xfrm>
            <a:off x="6473952" y="2990088"/>
            <a:ext cx="4983480" cy="338554"/>
          </a:xfrm>
          <a:prstGeom prst="rect">
            <a:avLst/>
          </a:prstGeom>
          <a:noFill/>
        </p:spPr>
        <p:txBody>
          <a:bodyPr wrap="square">
            <a:spAutoFit/>
          </a:bodyPr>
          <a:lstStyle/>
          <a:p>
            <a:pPr algn="l">
              <a:defRPr sz="1600" b="1">
                <a:solidFill>
                  <a:srgbClr val="122B46"/>
                </a:solidFill>
                <a:latin typeface="Arial"/>
              </a:defRPr>
            </a:pPr>
            <a:endParaRPr dirty="0"/>
          </a:p>
        </p:txBody>
      </p:sp>
      <p:sp>
        <p:nvSpPr>
          <p:cNvPr id="46" name="TextBox 45">
            <a:extLst>
              <a:ext uri="{FF2B5EF4-FFF2-40B4-BE49-F238E27FC236}">
                <a16:creationId xmlns:a16="http://schemas.microsoft.com/office/drawing/2014/main" id="{B7A9D980-5212-A420-BF29-F4AB179FDA69}"/>
              </a:ext>
            </a:extLst>
          </p:cNvPr>
          <p:cNvSpPr txBox="1"/>
          <p:nvPr/>
        </p:nvSpPr>
        <p:spPr>
          <a:xfrm>
            <a:off x="6473952" y="3337560"/>
            <a:ext cx="4983480" cy="353943"/>
          </a:xfrm>
          <a:prstGeom prst="rect">
            <a:avLst/>
          </a:prstGeom>
          <a:noFill/>
        </p:spPr>
        <p:txBody>
          <a:bodyPr wrap="square">
            <a:spAutoFit/>
          </a:bodyPr>
          <a:lstStyle/>
          <a:p>
            <a:pPr algn="l">
              <a:defRPr sz="1700" b="0">
                <a:solidFill>
                  <a:srgbClr val="141414"/>
                </a:solidFill>
                <a:latin typeface="Arial"/>
              </a:defRPr>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BB5993-3520-0BEC-F270-0AE9C4759D68}"/>
              </a:ext>
            </a:extLst>
          </p:cNvPr>
          <p:cNvSpPr/>
          <p:nvPr/>
        </p:nvSpPr>
        <p:spPr>
          <a:xfrm>
            <a:off x="0" y="0"/>
            <a:ext cx="12191999" cy="82296"/>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835686E-C515-E579-0D97-E046097AF552}"/>
              </a:ext>
            </a:extLst>
          </p:cNvPr>
          <p:cNvSpPr txBox="1"/>
          <p:nvPr/>
        </p:nvSpPr>
        <p:spPr>
          <a:xfrm>
            <a:off x="566928" y="256032"/>
            <a:ext cx="10972800" cy="530352"/>
          </a:xfrm>
          <a:prstGeom prst="rect">
            <a:avLst/>
          </a:prstGeom>
          <a:noFill/>
        </p:spPr>
        <p:txBody>
          <a:bodyPr wrap="none">
            <a:spAutoFit/>
          </a:bodyPr>
          <a:lstStyle/>
          <a:p>
            <a:pPr>
              <a:defRPr sz="2800" b="1">
                <a:solidFill>
                  <a:srgbClr val="122B46"/>
                </a:solidFill>
                <a:latin typeface="Arial"/>
              </a:defRPr>
            </a:pPr>
            <a:r>
              <a:t>Introduction</a:t>
            </a:r>
          </a:p>
        </p:txBody>
      </p:sp>
      <p:sp>
        <p:nvSpPr>
          <p:cNvPr id="4" name="TextBox 3">
            <a:extLst>
              <a:ext uri="{FF2B5EF4-FFF2-40B4-BE49-F238E27FC236}">
                <a16:creationId xmlns:a16="http://schemas.microsoft.com/office/drawing/2014/main" id="{1038D395-EBF4-FECA-4BC3-6F7ABA116AFE}"/>
              </a:ext>
            </a:extLst>
          </p:cNvPr>
          <p:cNvSpPr txBox="1"/>
          <p:nvPr/>
        </p:nvSpPr>
        <p:spPr>
          <a:xfrm>
            <a:off x="10972800" y="6400800"/>
            <a:ext cx="548640" cy="228600"/>
          </a:xfrm>
          <a:prstGeom prst="rect">
            <a:avLst/>
          </a:prstGeom>
          <a:noFill/>
        </p:spPr>
        <p:txBody>
          <a:bodyPr wrap="none">
            <a:spAutoFit/>
          </a:bodyPr>
          <a:lstStyle/>
          <a:p>
            <a:pPr algn="r">
              <a:defRPr sz="1000">
                <a:solidFill>
                  <a:srgbClr val="5A6269"/>
                </a:solidFill>
                <a:latin typeface="Arial"/>
              </a:defRPr>
            </a:pPr>
            <a:r>
              <a:t>3</a:t>
            </a:r>
          </a:p>
        </p:txBody>
      </p:sp>
      <p:sp>
        <p:nvSpPr>
          <p:cNvPr id="6" name="Rectangle 5">
            <a:extLst>
              <a:ext uri="{FF2B5EF4-FFF2-40B4-BE49-F238E27FC236}">
                <a16:creationId xmlns:a16="http://schemas.microsoft.com/office/drawing/2014/main" id="{BF2ED9A2-6D4D-D46E-81F5-04F93AA3809E}"/>
              </a:ext>
            </a:extLst>
          </p:cNvPr>
          <p:cNvSpPr/>
          <p:nvPr/>
        </p:nvSpPr>
        <p:spPr>
          <a:xfrm>
            <a:off x="755046" y="1298232"/>
            <a:ext cx="54864" cy="2926080"/>
          </a:xfrm>
          <a:prstGeom prst="rect">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FFC95DCD-B245-208C-4F37-26984BEA0DEF}"/>
              </a:ext>
            </a:extLst>
          </p:cNvPr>
          <p:cNvSpPr txBox="1"/>
          <p:nvPr/>
        </p:nvSpPr>
        <p:spPr>
          <a:xfrm>
            <a:off x="804671" y="1235801"/>
            <a:ext cx="5212080" cy="461665"/>
          </a:xfrm>
          <a:prstGeom prst="rect">
            <a:avLst/>
          </a:prstGeom>
          <a:noFill/>
        </p:spPr>
        <p:txBody>
          <a:bodyPr wrap="square">
            <a:spAutoFit/>
          </a:bodyPr>
          <a:lstStyle/>
          <a:p>
            <a:pPr>
              <a:defRPr sz="1600" b="1">
                <a:solidFill>
                  <a:srgbClr val="122B46"/>
                </a:solidFill>
                <a:latin typeface="Arial"/>
              </a:defRPr>
            </a:pPr>
            <a:r>
              <a:rPr lang="en-US" sz="2400" b="1" dirty="0"/>
              <a:t>Main Features</a:t>
            </a:r>
            <a:endParaRPr sz="2400" dirty="0"/>
          </a:p>
        </p:txBody>
      </p:sp>
      <p:sp>
        <p:nvSpPr>
          <p:cNvPr id="8" name="TextBox 7">
            <a:extLst>
              <a:ext uri="{FF2B5EF4-FFF2-40B4-BE49-F238E27FC236}">
                <a16:creationId xmlns:a16="http://schemas.microsoft.com/office/drawing/2014/main" id="{5F1B1154-83E8-3D3C-CBA0-ED53FFFAD32C}"/>
              </a:ext>
            </a:extLst>
          </p:cNvPr>
          <p:cNvSpPr txBox="1"/>
          <p:nvPr/>
        </p:nvSpPr>
        <p:spPr>
          <a:xfrm>
            <a:off x="804671" y="1600200"/>
            <a:ext cx="5212080" cy="2585323"/>
          </a:xfrm>
          <a:prstGeom prst="rect">
            <a:avLst/>
          </a:prstGeom>
          <a:noFill/>
        </p:spPr>
        <p:txBody>
          <a:bodyPr wrap="square">
            <a:spAutoFit/>
          </a:bodyPr>
          <a:lstStyle/>
          <a:p>
            <a:pPr algn="just">
              <a:defRPr sz="1800" b="0">
                <a:solidFill>
                  <a:srgbClr val="141414"/>
                </a:solidFill>
                <a:latin typeface="Arial"/>
              </a:defRPr>
            </a:pPr>
            <a:endParaRPr lang="en-US" dirty="0"/>
          </a:p>
          <a:p>
            <a:pPr algn="just">
              <a:defRPr sz="1800" b="0">
                <a:solidFill>
                  <a:srgbClr val="141414"/>
                </a:solidFill>
                <a:latin typeface="Arial"/>
              </a:defRPr>
            </a:pPr>
            <a:r>
              <a:rPr lang="en-US" dirty="0"/>
              <a:t>Latif Ji Boli supports the basic features required for introductory programming, including variables, numeric and string data, arithmetic and logical operations, conditional statements, while and do-while loops, output generation, and syntax and runtime diagnostics. These features allow users to write meaningful programs and execute them using Sindhi syntax.</a:t>
            </a:r>
          </a:p>
        </p:txBody>
      </p:sp>
      <p:sp>
        <p:nvSpPr>
          <p:cNvPr id="12" name="TextBox 11">
            <a:extLst>
              <a:ext uri="{FF2B5EF4-FFF2-40B4-BE49-F238E27FC236}">
                <a16:creationId xmlns:a16="http://schemas.microsoft.com/office/drawing/2014/main" id="{DD21FC0F-6FAE-3951-0E06-9B6A0D02C3A4}"/>
              </a:ext>
            </a:extLst>
          </p:cNvPr>
          <p:cNvSpPr txBox="1"/>
          <p:nvPr/>
        </p:nvSpPr>
        <p:spPr>
          <a:xfrm>
            <a:off x="6473952" y="1600200"/>
            <a:ext cx="4983480" cy="353943"/>
          </a:xfrm>
          <a:prstGeom prst="rect">
            <a:avLst/>
          </a:prstGeom>
          <a:noFill/>
        </p:spPr>
        <p:txBody>
          <a:bodyPr wrap="square">
            <a:spAutoFit/>
          </a:bodyPr>
          <a:lstStyle/>
          <a:p>
            <a:pPr algn="l">
              <a:defRPr sz="1700" b="0">
                <a:solidFill>
                  <a:srgbClr val="141414"/>
                </a:solidFill>
                <a:latin typeface="Arial"/>
              </a:defRPr>
            </a:pPr>
            <a:endParaRPr dirty="0"/>
          </a:p>
        </p:txBody>
      </p:sp>
      <p:sp>
        <p:nvSpPr>
          <p:cNvPr id="18" name="Rectangle 17">
            <a:extLst>
              <a:ext uri="{FF2B5EF4-FFF2-40B4-BE49-F238E27FC236}">
                <a16:creationId xmlns:a16="http://schemas.microsoft.com/office/drawing/2014/main" id="{804C92D6-C707-BE0F-1225-22A47B665B57}"/>
              </a:ext>
            </a:extLst>
          </p:cNvPr>
          <p:cNvSpPr/>
          <p:nvPr/>
        </p:nvSpPr>
        <p:spPr>
          <a:xfrm>
            <a:off x="6300216" y="1355741"/>
            <a:ext cx="64008" cy="2941939"/>
          </a:xfrm>
          <a:prstGeom prst="rect">
            <a:avLst/>
          </a:prstGeom>
          <a:solidFill>
            <a:srgbClr val="20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44AEE03C-DBF5-3532-369E-AA68ADB746CF}"/>
              </a:ext>
            </a:extLst>
          </p:cNvPr>
          <p:cNvSpPr txBox="1"/>
          <p:nvPr/>
        </p:nvSpPr>
        <p:spPr>
          <a:xfrm>
            <a:off x="6330218" y="1298232"/>
            <a:ext cx="4983480" cy="461665"/>
          </a:xfrm>
          <a:prstGeom prst="rect">
            <a:avLst/>
          </a:prstGeom>
          <a:noFill/>
        </p:spPr>
        <p:txBody>
          <a:bodyPr wrap="square">
            <a:spAutoFit/>
          </a:bodyPr>
          <a:lstStyle/>
          <a:p>
            <a:pPr algn="l">
              <a:defRPr sz="1600" b="1">
                <a:solidFill>
                  <a:srgbClr val="122B46"/>
                </a:solidFill>
                <a:latin typeface="Arial"/>
              </a:defRPr>
            </a:pPr>
            <a:r>
              <a:rPr lang="en-US" sz="2400" dirty="0"/>
              <a:t>Technology Stack</a:t>
            </a:r>
          </a:p>
        </p:txBody>
      </p:sp>
      <p:sp>
        <p:nvSpPr>
          <p:cNvPr id="20" name="TextBox 19">
            <a:extLst>
              <a:ext uri="{FF2B5EF4-FFF2-40B4-BE49-F238E27FC236}">
                <a16:creationId xmlns:a16="http://schemas.microsoft.com/office/drawing/2014/main" id="{47A2CB44-9E69-31BB-77EC-D0709D2ECE30}"/>
              </a:ext>
            </a:extLst>
          </p:cNvPr>
          <p:cNvSpPr txBox="1"/>
          <p:nvPr/>
        </p:nvSpPr>
        <p:spPr>
          <a:xfrm>
            <a:off x="6473952" y="1759897"/>
            <a:ext cx="4809744" cy="2446824"/>
          </a:xfrm>
          <a:prstGeom prst="rect">
            <a:avLst/>
          </a:prstGeom>
          <a:noFill/>
        </p:spPr>
        <p:txBody>
          <a:bodyPr wrap="square">
            <a:spAutoFit/>
          </a:bodyPr>
          <a:lstStyle/>
          <a:p>
            <a:pPr algn="just">
              <a:defRPr sz="1700" b="0">
                <a:solidFill>
                  <a:srgbClr val="141414"/>
                </a:solidFill>
                <a:latin typeface="Arial"/>
              </a:defRPr>
            </a:pPr>
            <a:r>
              <a:rPr lang="en-US" sz="1700" dirty="0"/>
              <a:t>The system uses Java as the core technology for developing the interpreter, while Spring Boot is used to provide the backend API and connect the programming engine with the web application. Angular is used to develop the web interface through which users can write and execute programs. Unicode is used for processing and supporting Sindhi characters and script throughout the system. </a:t>
            </a:r>
            <a:endParaRPr lang="en-US" dirty="0"/>
          </a:p>
        </p:txBody>
      </p:sp>
      <p:sp>
        <p:nvSpPr>
          <p:cNvPr id="21" name="Rounded Rectangle 20">
            <a:extLst>
              <a:ext uri="{FF2B5EF4-FFF2-40B4-BE49-F238E27FC236}">
                <a16:creationId xmlns:a16="http://schemas.microsoft.com/office/drawing/2014/main" id="{AD78FECE-56A4-1145-5691-7396BE95624C}"/>
              </a:ext>
            </a:extLst>
          </p:cNvPr>
          <p:cNvSpPr/>
          <p:nvPr/>
        </p:nvSpPr>
        <p:spPr>
          <a:xfrm>
            <a:off x="640080" y="4754880"/>
            <a:ext cx="10927080" cy="960120"/>
          </a:xfrm>
          <a:prstGeom prst="round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D4CB3968-2EE9-C3ED-0985-3883D77CC104}"/>
              </a:ext>
            </a:extLst>
          </p:cNvPr>
          <p:cNvSpPr/>
          <p:nvPr/>
        </p:nvSpPr>
        <p:spPr>
          <a:xfrm>
            <a:off x="640080" y="4754880"/>
            <a:ext cx="54864" cy="960120"/>
          </a:xfrm>
          <a:prstGeom prst="rect">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19422F3-F010-EF1B-DAF3-C9434658E220}"/>
              </a:ext>
            </a:extLst>
          </p:cNvPr>
          <p:cNvSpPr txBox="1"/>
          <p:nvPr/>
        </p:nvSpPr>
        <p:spPr>
          <a:xfrm>
            <a:off x="804671" y="4864608"/>
            <a:ext cx="10652759" cy="274320"/>
          </a:xfrm>
          <a:prstGeom prst="rect">
            <a:avLst/>
          </a:prstGeom>
          <a:noFill/>
        </p:spPr>
        <p:txBody>
          <a:bodyPr wrap="square">
            <a:spAutoFit/>
          </a:bodyPr>
          <a:lstStyle/>
          <a:p>
            <a:pPr algn="l">
              <a:defRPr sz="1600" b="1">
                <a:solidFill>
                  <a:srgbClr val="122B46"/>
                </a:solidFill>
                <a:latin typeface="Arial"/>
              </a:defRPr>
            </a:pPr>
            <a:r>
              <a:t>System Flow</a:t>
            </a:r>
          </a:p>
        </p:txBody>
      </p:sp>
      <p:sp>
        <p:nvSpPr>
          <p:cNvPr id="24" name="TextBox 23">
            <a:extLst>
              <a:ext uri="{FF2B5EF4-FFF2-40B4-BE49-F238E27FC236}">
                <a16:creationId xmlns:a16="http://schemas.microsoft.com/office/drawing/2014/main" id="{CCDAE0D1-4846-C9D0-361F-6CD7746427AF}"/>
              </a:ext>
            </a:extLst>
          </p:cNvPr>
          <p:cNvSpPr txBox="1"/>
          <p:nvPr/>
        </p:nvSpPr>
        <p:spPr>
          <a:xfrm>
            <a:off x="804671" y="5212080"/>
            <a:ext cx="10652759" cy="429768"/>
          </a:xfrm>
          <a:prstGeom prst="rect">
            <a:avLst/>
          </a:prstGeom>
          <a:noFill/>
        </p:spPr>
        <p:txBody>
          <a:bodyPr wrap="square">
            <a:spAutoFit/>
          </a:bodyPr>
          <a:lstStyle/>
          <a:p>
            <a:pPr algn="l">
              <a:defRPr sz="1800" b="0">
                <a:solidFill>
                  <a:srgbClr val="141414"/>
                </a:solidFill>
                <a:latin typeface="Arial"/>
              </a:defRPr>
            </a:pPr>
            <a:r>
              <a:rPr dirty="0"/>
              <a:t>Sindhi source code → Lexer → Tokens → Interpreter → Output / Error</a:t>
            </a:r>
          </a:p>
        </p:txBody>
      </p:sp>
    </p:spTree>
    <p:extLst>
      <p:ext uri="{BB962C8B-B14F-4D97-AF65-F5344CB8AC3E}">
        <p14:creationId xmlns:p14="http://schemas.microsoft.com/office/powerpoint/2010/main" val="556258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6B2EE139-A13D-1794-B311-F1289478220C}"/>
              </a:ext>
            </a:extLst>
          </p:cNvPr>
          <p:cNvSpPr/>
          <p:nvPr/>
        </p:nvSpPr>
        <p:spPr>
          <a:xfrm>
            <a:off x="0" y="0"/>
            <a:ext cx="12191999" cy="82296"/>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a:extLst>
              <a:ext uri="{FF2B5EF4-FFF2-40B4-BE49-F238E27FC236}">
                <a16:creationId xmlns:a16="http://schemas.microsoft.com/office/drawing/2014/main" id="{3F18AEF3-4E14-4E58-208A-3D17DA8210EF}"/>
              </a:ext>
            </a:extLst>
          </p:cNvPr>
          <p:cNvSpPr txBox="1"/>
          <p:nvPr/>
        </p:nvSpPr>
        <p:spPr>
          <a:xfrm>
            <a:off x="566928" y="256032"/>
            <a:ext cx="10972800" cy="502920"/>
          </a:xfrm>
          <a:prstGeom prst="rect">
            <a:avLst/>
          </a:prstGeom>
          <a:noFill/>
        </p:spPr>
        <p:txBody>
          <a:bodyPr wrap="square">
            <a:spAutoFit/>
          </a:bodyPr>
          <a:lstStyle/>
          <a:p>
            <a:pPr algn="l">
              <a:defRPr sz="2800" b="1">
                <a:solidFill>
                  <a:srgbClr val="122B46"/>
                </a:solidFill>
                <a:latin typeface="Arial"/>
              </a:defRPr>
            </a:pPr>
            <a:r>
              <a:t>Literature Review</a:t>
            </a:r>
          </a:p>
        </p:txBody>
      </p:sp>
      <p:sp>
        <p:nvSpPr>
          <p:cNvPr id="63" name="TextBox 62">
            <a:extLst>
              <a:ext uri="{FF2B5EF4-FFF2-40B4-BE49-F238E27FC236}">
                <a16:creationId xmlns:a16="http://schemas.microsoft.com/office/drawing/2014/main" id="{773184E3-94B3-186F-185D-60D59CC6CC68}"/>
              </a:ext>
            </a:extLst>
          </p:cNvPr>
          <p:cNvSpPr txBox="1"/>
          <p:nvPr/>
        </p:nvSpPr>
        <p:spPr>
          <a:xfrm>
            <a:off x="10972800" y="6400800"/>
            <a:ext cx="548640" cy="228600"/>
          </a:xfrm>
          <a:prstGeom prst="rect">
            <a:avLst/>
          </a:prstGeom>
          <a:noFill/>
        </p:spPr>
        <p:txBody>
          <a:bodyPr wrap="square">
            <a:spAutoFit/>
          </a:bodyPr>
          <a:lstStyle/>
          <a:p>
            <a:pPr algn="r">
              <a:defRPr sz="1000" b="0">
                <a:solidFill>
                  <a:srgbClr val="5A6269"/>
                </a:solidFill>
                <a:latin typeface="Arial"/>
              </a:defRPr>
            </a:pPr>
            <a:r>
              <a:t>4</a:t>
            </a:r>
          </a:p>
        </p:txBody>
      </p:sp>
      <p:sp>
        <p:nvSpPr>
          <p:cNvPr id="64" name="TextBox 63">
            <a:extLst>
              <a:ext uri="{FF2B5EF4-FFF2-40B4-BE49-F238E27FC236}">
                <a16:creationId xmlns:a16="http://schemas.microsoft.com/office/drawing/2014/main" id="{79BC4C99-46CA-DDF3-9956-F00E27317D34}"/>
              </a:ext>
            </a:extLst>
          </p:cNvPr>
          <p:cNvSpPr txBox="1"/>
          <p:nvPr/>
        </p:nvSpPr>
        <p:spPr>
          <a:xfrm>
            <a:off x="594360" y="932688"/>
            <a:ext cx="5120640" cy="274320"/>
          </a:xfrm>
          <a:prstGeom prst="rect">
            <a:avLst/>
          </a:prstGeom>
          <a:noFill/>
        </p:spPr>
        <p:txBody>
          <a:bodyPr wrap="square">
            <a:spAutoFit/>
          </a:bodyPr>
          <a:lstStyle/>
          <a:p>
            <a:pPr algn="l">
              <a:defRPr sz="1500" b="1">
                <a:solidFill>
                  <a:srgbClr val="006F7D"/>
                </a:solidFill>
                <a:latin typeface="Arial"/>
              </a:defRPr>
            </a:pPr>
            <a:r>
              <a:t>WHAT IS BEING REVIEWED?</a:t>
            </a:r>
          </a:p>
        </p:txBody>
      </p:sp>
      <p:sp>
        <p:nvSpPr>
          <p:cNvPr id="65" name="Rounded Rectangle 5">
            <a:extLst>
              <a:ext uri="{FF2B5EF4-FFF2-40B4-BE49-F238E27FC236}">
                <a16:creationId xmlns:a16="http://schemas.microsoft.com/office/drawing/2014/main" id="{B7BE4EDB-C156-C89A-0AB0-87FD56393656}"/>
              </a:ext>
            </a:extLst>
          </p:cNvPr>
          <p:cNvSpPr/>
          <p:nvPr/>
        </p:nvSpPr>
        <p:spPr>
          <a:xfrm>
            <a:off x="594360" y="1261872"/>
            <a:ext cx="11003280" cy="1389888"/>
          </a:xfrm>
          <a:prstGeom prst="round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a:extLst>
              <a:ext uri="{FF2B5EF4-FFF2-40B4-BE49-F238E27FC236}">
                <a16:creationId xmlns:a16="http://schemas.microsoft.com/office/drawing/2014/main" id="{F95BFBA7-91F6-5D54-E18C-3BD8E7805FB4}"/>
              </a:ext>
            </a:extLst>
          </p:cNvPr>
          <p:cNvSpPr/>
          <p:nvPr/>
        </p:nvSpPr>
        <p:spPr>
          <a:xfrm>
            <a:off x="594360" y="1261872"/>
            <a:ext cx="54864" cy="1389888"/>
          </a:xfrm>
          <a:prstGeom prst="rect">
            <a:avLst/>
          </a:prstGeom>
          <a:solidFill>
            <a:srgbClr val="20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9546D5EA-6CFA-FA86-688D-A83499D4F050}"/>
              </a:ext>
            </a:extLst>
          </p:cNvPr>
          <p:cNvSpPr txBox="1"/>
          <p:nvPr/>
        </p:nvSpPr>
        <p:spPr>
          <a:xfrm>
            <a:off x="758952" y="1353312"/>
            <a:ext cx="5257800" cy="338554"/>
          </a:xfrm>
          <a:prstGeom prst="rect">
            <a:avLst/>
          </a:prstGeom>
          <a:noFill/>
        </p:spPr>
        <p:txBody>
          <a:bodyPr wrap="square">
            <a:spAutoFit/>
          </a:bodyPr>
          <a:lstStyle/>
          <a:p>
            <a:pPr algn="l">
              <a:defRPr sz="1500" b="1">
                <a:solidFill>
                  <a:srgbClr val="122B46"/>
                </a:solidFill>
                <a:latin typeface="Arial"/>
              </a:defRPr>
            </a:pPr>
            <a:r>
              <a:rPr sz="1600" dirty="0"/>
              <a:t>1. Programming Education &amp; Language</a:t>
            </a:r>
          </a:p>
        </p:txBody>
      </p:sp>
      <p:sp>
        <p:nvSpPr>
          <p:cNvPr id="68" name="TextBox 67">
            <a:extLst>
              <a:ext uri="{FF2B5EF4-FFF2-40B4-BE49-F238E27FC236}">
                <a16:creationId xmlns:a16="http://schemas.microsoft.com/office/drawing/2014/main" id="{A53FAB0D-6EF3-F03E-D15C-051C176A6E3A}"/>
              </a:ext>
            </a:extLst>
          </p:cNvPr>
          <p:cNvSpPr txBox="1"/>
          <p:nvPr/>
        </p:nvSpPr>
        <p:spPr>
          <a:xfrm>
            <a:off x="758952" y="1682495"/>
            <a:ext cx="10780776" cy="830997"/>
          </a:xfrm>
          <a:prstGeom prst="rect">
            <a:avLst/>
          </a:prstGeom>
          <a:noFill/>
        </p:spPr>
        <p:txBody>
          <a:bodyPr wrap="square">
            <a:spAutoFit/>
          </a:bodyPr>
          <a:lstStyle/>
          <a:p>
            <a:pPr algn="just">
              <a:defRPr sz="1220" b="0">
                <a:solidFill>
                  <a:srgbClr val="141414"/>
                </a:solidFill>
                <a:latin typeface="Arial"/>
              </a:defRPr>
            </a:pPr>
            <a:r>
              <a:rPr sz="1600" dirty="0"/>
              <a:t>Research shows that programming learners who are not native English speakers can face additional barriers when programming resources, terminology and code are English-centered. Guo analyzed 840 responses from 86 countries and reported barriers involving instructional materials, technical communication and reading/writing code. </a:t>
            </a:r>
            <a:r>
              <a:rPr sz="1600" b="1" dirty="0"/>
              <a:t>[18]</a:t>
            </a:r>
          </a:p>
        </p:txBody>
      </p:sp>
      <p:sp>
        <p:nvSpPr>
          <p:cNvPr id="69" name="Rounded Rectangle 9">
            <a:extLst>
              <a:ext uri="{FF2B5EF4-FFF2-40B4-BE49-F238E27FC236}">
                <a16:creationId xmlns:a16="http://schemas.microsoft.com/office/drawing/2014/main" id="{AC5CAE78-9F0E-BABE-BDBA-448D9B13BD15}"/>
              </a:ext>
            </a:extLst>
          </p:cNvPr>
          <p:cNvSpPr/>
          <p:nvPr/>
        </p:nvSpPr>
        <p:spPr>
          <a:xfrm>
            <a:off x="594360" y="2788920"/>
            <a:ext cx="10927080" cy="1261872"/>
          </a:xfrm>
          <a:prstGeom prst="round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a:extLst>
              <a:ext uri="{FF2B5EF4-FFF2-40B4-BE49-F238E27FC236}">
                <a16:creationId xmlns:a16="http://schemas.microsoft.com/office/drawing/2014/main" id="{E0124CB1-3DE5-44E6-B7F6-0EC5710C8139}"/>
              </a:ext>
            </a:extLst>
          </p:cNvPr>
          <p:cNvSpPr/>
          <p:nvPr/>
        </p:nvSpPr>
        <p:spPr>
          <a:xfrm>
            <a:off x="594360" y="2788920"/>
            <a:ext cx="54864" cy="1261872"/>
          </a:xfrm>
          <a:prstGeom prst="rect">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9954D768-23B6-05DE-BA88-5572E7AD5F67}"/>
              </a:ext>
            </a:extLst>
          </p:cNvPr>
          <p:cNvSpPr txBox="1"/>
          <p:nvPr/>
        </p:nvSpPr>
        <p:spPr>
          <a:xfrm>
            <a:off x="758952" y="2880360"/>
            <a:ext cx="5257800" cy="338554"/>
          </a:xfrm>
          <a:prstGeom prst="rect">
            <a:avLst/>
          </a:prstGeom>
          <a:noFill/>
        </p:spPr>
        <p:txBody>
          <a:bodyPr wrap="square">
            <a:spAutoFit/>
          </a:bodyPr>
          <a:lstStyle/>
          <a:p>
            <a:pPr algn="l">
              <a:defRPr sz="1500" b="1">
                <a:solidFill>
                  <a:srgbClr val="122B46"/>
                </a:solidFill>
                <a:latin typeface="Arial"/>
              </a:defRPr>
            </a:pPr>
            <a:r>
              <a:rPr sz="1600" dirty="0"/>
              <a:t>2. Native Language &amp; Learning</a:t>
            </a:r>
          </a:p>
        </p:txBody>
      </p:sp>
      <p:sp>
        <p:nvSpPr>
          <p:cNvPr id="72" name="TextBox 71">
            <a:extLst>
              <a:ext uri="{FF2B5EF4-FFF2-40B4-BE49-F238E27FC236}">
                <a16:creationId xmlns:a16="http://schemas.microsoft.com/office/drawing/2014/main" id="{9EEAA00A-6D07-2076-35C4-997CD634317E}"/>
              </a:ext>
            </a:extLst>
          </p:cNvPr>
          <p:cNvSpPr txBox="1"/>
          <p:nvPr/>
        </p:nvSpPr>
        <p:spPr>
          <a:xfrm>
            <a:off x="758952" y="3209544"/>
            <a:ext cx="10405564" cy="830997"/>
          </a:xfrm>
          <a:prstGeom prst="rect">
            <a:avLst/>
          </a:prstGeom>
          <a:noFill/>
        </p:spPr>
        <p:txBody>
          <a:bodyPr wrap="square">
            <a:spAutoFit/>
          </a:bodyPr>
          <a:lstStyle/>
          <a:p>
            <a:pPr algn="just">
              <a:defRPr sz="1220" b="0">
                <a:solidFill>
                  <a:srgbClr val="141414"/>
                </a:solidFill>
                <a:latin typeface="Arial"/>
              </a:defRPr>
            </a:pPr>
            <a:r>
              <a:rPr sz="1600" dirty="0" err="1"/>
              <a:t>Reestman</a:t>
            </a:r>
            <a:r>
              <a:rPr sz="1600" dirty="0"/>
              <a:t> and Dorn examined Java compiler-error data across native-language groups. Their findings show that language context is a legitimate research issue, while also warning that statistical differences do not automatically imply a large practical effect. </a:t>
            </a:r>
            <a:r>
              <a:rPr sz="1600" b="1" dirty="0"/>
              <a:t>[20]</a:t>
            </a:r>
          </a:p>
        </p:txBody>
      </p:sp>
      <p:sp>
        <p:nvSpPr>
          <p:cNvPr id="73" name="Rounded Rectangle 13">
            <a:extLst>
              <a:ext uri="{FF2B5EF4-FFF2-40B4-BE49-F238E27FC236}">
                <a16:creationId xmlns:a16="http://schemas.microsoft.com/office/drawing/2014/main" id="{AC6EC5CC-06A1-7149-A0CE-FB7BB1CC2D36}"/>
              </a:ext>
            </a:extLst>
          </p:cNvPr>
          <p:cNvSpPr/>
          <p:nvPr/>
        </p:nvSpPr>
        <p:spPr>
          <a:xfrm>
            <a:off x="594360" y="4187952"/>
            <a:ext cx="10866120" cy="1161288"/>
          </a:xfrm>
          <a:prstGeom prst="round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a:extLst>
              <a:ext uri="{FF2B5EF4-FFF2-40B4-BE49-F238E27FC236}">
                <a16:creationId xmlns:a16="http://schemas.microsoft.com/office/drawing/2014/main" id="{99BAC168-339A-BDE3-95FA-F4E71361C3CD}"/>
              </a:ext>
            </a:extLst>
          </p:cNvPr>
          <p:cNvSpPr/>
          <p:nvPr/>
        </p:nvSpPr>
        <p:spPr>
          <a:xfrm>
            <a:off x="594360" y="4187952"/>
            <a:ext cx="54864" cy="1161288"/>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3B32B425-EFF1-0EE0-14E0-8D4FE06C6D63}"/>
              </a:ext>
            </a:extLst>
          </p:cNvPr>
          <p:cNvSpPr txBox="1"/>
          <p:nvPr/>
        </p:nvSpPr>
        <p:spPr>
          <a:xfrm>
            <a:off x="758952" y="4279392"/>
            <a:ext cx="5257800" cy="338554"/>
          </a:xfrm>
          <a:prstGeom prst="rect">
            <a:avLst/>
          </a:prstGeom>
          <a:noFill/>
        </p:spPr>
        <p:txBody>
          <a:bodyPr wrap="square">
            <a:spAutoFit/>
          </a:bodyPr>
          <a:lstStyle/>
          <a:p>
            <a:pPr algn="l">
              <a:defRPr sz="1500" b="1">
                <a:solidFill>
                  <a:srgbClr val="122B46"/>
                </a:solidFill>
                <a:latin typeface="Arial"/>
              </a:defRPr>
            </a:pPr>
            <a:r>
              <a:rPr sz="1600" dirty="0"/>
              <a:t>3. Programming-Language Localization</a:t>
            </a:r>
          </a:p>
        </p:txBody>
      </p:sp>
      <p:sp>
        <p:nvSpPr>
          <p:cNvPr id="76" name="TextBox 75">
            <a:extLst>
              <a:ext uri="{FF2B5EF4-FFF2-40B4-BE49-F238E27FC236}">
                <a16:creationId xmlns:a16="http://schemas.microsoft.com/office/drawing/2014/main" id="{0179DCC2-E25D-525C-E692-577DCF4A9E07}"/>
              </a:ext>
            </a:extLst>
          </p:cNvPr>
          <p:cNvSpPr txBox="1"/>
          <p:nvPr/>
        </p:nvSpPr>
        <p:spPr>
          <a:xfrm>
            <a:off x="731520" y="4623694"/>
            <a:ext cx="10432996" cy="584775"/>
          </a:xfrm>
          <a:prstGeom prst="rect">
            <a:avLst/>
          </a:prstGeom>
          <a:noFill/>
        </p:spPr>
        <p:txBody>
          <a:bodyPr wrap="square">
            <a:spAutoFit/>
          </a:bodyPr>
          <a:lstStyle/>
          <a:p>
            <a:pPr algn="just">
              <a:defRPr sz="1220" b="0">
                <a:solidFill>
                  <a:srgbClr val="141414"/>
                </a:solidFill>
                <a:latin typeface="Arial"/>
              </a:defRPr>
            </a:pPr>
            <a:r>
              <a:rPr sz="1600" dirty="0"/>
              <a:t>Piech and Abu-El-</a:t>
            </a:r>
            <a:r>
              <a:rPr sz="1600" dirty="0" err="1"/>
              <a:t>Haija</a:t>
            </a:r>
            <a:r>
              <a:rPr sz="1600" dirty="0"/>
              <a:t> developed </a:t>
            </a:r>
            <a:r>
              <a:rPr sz="1600" dirty="0" err="1"/>
              <a:t>CodeInternational</a:t>
            </a:r>
            <a:r>
              <a:rPr sz="1600" dirty="0"/>
              <a:t> to translate source code between human languages and explored localized programming instruction in 100 spoken languages. </a:t>
            </a:r>
            <a:r>
              <a:rPr sz="1600" b="1" dirty="0"/>
              <a:t>[19]</a:t>
            </a:r>
          </a:p>
        </p:txBody>
      </p:sp>
      <p:sp>
        <p:nvSpPr>
          <p:cNvPr id="77" name="Rounded Rectangle 17">
            <a:extLst>
              <a:ext uri="{FF2B5EF4-FFF2-40B4-BE49-F238E27FC236}">
                <a16:creationId xmlns:a16="http://schemas.microsoft.com/office/drawing/2014/main" id="{45FA838D-9B19-6BAF-43F1-5EF660223188}"/>
              </a:ext>
            </a:extLst>
          </p:cNvPr>
          <p:cNvSpPr/>
          <p:nvPr/>
        </p:nvSpPr>
        <p:spPr>
          <a:xfrm>
            <a:off x="594360" y="5468112"/>
            <a:ext cx="10756392" cy="1133856"/>
          </a:xfrm>
          <a:prstGeom prst="round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a:extLst>
              <a:ext uri="{FF2B5EF4-FFF2-40B4-BE49-F238E27FC236}">
                <a16:creationId xmlns:a16="http://schemas.microsoft.com/office/drawing/2014/main" id="{51276F42-F11D-AA72-0229-B9F6D3763882}"/>
              </a:ext>
            </a:extLst>
          </p:cNvPr>
          <p:cNvSpPr/>
          <p:nvPr/>
        </p:nvSpPr>
        <p:spPr>
          <a:xfrm>
            <a:off x="594360" y="5468112"/>
            <a:ext cx="54864" cy="1133856"/>
          </a:xfrm>
          <a:prstGeom prst="rect">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40F854A0-D368-5815-6DBC-39F272D16B04}"/>
              </a:ext>
            </a:extLst>
          </p:cNvPr>
          <p:cNvSpPr txBox="1"/>
          <p:nvPr/>
        </p:nvSpPr>
        <p:spPr>
          <a:xfrm>
            <a:off x="758952" y="5559552"/>
            <a:ext cx="5257800" cy="338554"/>
          </a:xfrm>
          <a:prstGeom prst="rect">
            <a:avLst/>
          </a:prstGeom>
          <a:noFill/>
        </p:spPr>
        <p:txBody>
          <a:bodyPr wrap="square">
            <a:spAutoFit/>
          </a:bodyPr>
          <a:lstStyle/>
          <a:p>
            <a:pPr algn="l">
              <a:defRPr sz="1500" b="1">
                <a:solidFill>
                  <a:srgbClr val="122B46"/>
                </a:solidFill>
                <a:latin typeface="Arial"/>
              </a:defRPr>
            </a:pPr>
            <a:r>
              <a:rPr sz="1600" dirty="0"/>
              <a:t>4. Regional-Language Programming</a:t>
            </a:r>
          </a:p>
        </p:txBody>
      </p:sp>
      <p:sp>
        <p:nvSpPr>
          <p:cNvPr id="80" name="TextBox 79">
            <a:extLst>
              <a:ext uri="{FF2B5EF4-FFF2-40B4-BE49-F238E27FC236}">
                <a16:creationId xmlns:a16="http://schemas.microsoft.com/office/drawing/2014/main" id="{D4CA27E2-6D68-B645-FDD2-BED6F208BB31}"/>
              </a:ext>
            </a:extLst>
          </p:cNvPr>
          <p:cNvSpPr txBox="1"/>
          <p:nvPr/>
        </p:nvSpPr>
        <p:spPr>
          <a:xfrm>
            <a:off x="758952" y="5888736"/>
            <a:ext cx="10405564" cy="584775"/>
          </a:xfrm>
          <a:prstGeom prst="rect">
            <a:avLst/>
          </a:prstGeom>
          <a:noFill/>
        </p:spPr>
        <p:txBody>
          <a:bodyPr wrap="square">
            <a:spAutoFit/>
          </a:bodyPr>
          <a:lstStyle/>
          <a:p>
            <a:pPr algn="just">
              <a:defRPr sz="1140" b="0">
                <a:solidFill>
                  <a:srgbClr val="141414"/>
                </a:solidFill>
                <a:latin typeface="Arial"/>
              </a:defRPr>
            </a:pPr>
            <a:r>
              <a:rPr sz="1600" dirty="0"/>
              <a:t>Perera and </a:t>
            </a:r>
            <a:r>
              <a:rPr sz="1600" dirty="0" err="1"/>
              <a:t>Ahangama</a:t>
            </a:r>
            <a:r>
              <a:rPr sz="1600" dirty="0"/>
              <a:t> explored Sinhala-based coding through </a:t>
            </a:r>
            <a:r>
              <a:rPr sz="1600" dirty="0" err="1"/>
              <a:t>SimplyTrans</a:t>
            </a:r>
            <a:r>
              <a:rPr sz="1600" dirty="0"/>
              <a:t>, showing how programming-language localization can be applied to a regional language. </a:t>
            </a:r>
            <a:r>
              <a:rPr sz="1600" b="1" dirty="0"/>
              <a:t>[2</a:t>
            </a:r>
            <a:r>
              <a:rPr lang="en-US" sz="1600" b="1" dirty="0"/>
              <a:t>1</a:t>
            </a:r>
            <a:r>
              <a:rPr sz="1600" b="1" dirty="0"/>
              <a:t>]</a:t>
            </a:r>
          </a:p>
        </p:txBody>
      </p:sp>
    </p:spTree>
    <p:extLst>
      <p:ext uri="{BB962C8B-B14F-4D97-AF65-F5344CB8AC3E}">
        <p14:creationId xmlns:p14="http://schemas.microsoft.com/office/powerpoint/2010/main" val="398830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Box 80">
            <a:extLst>
              <a:ext uri="{FF2B5EF4-FFF2-40B4-BE49-F238E27FC236}">
                <a16:creationId xmlns:a16="http://schemas.microsoft.com/office/drawing/2014/main" id="{D7BC2594-3C60-CD82-7F93-1432152EA658}"/>
              </a:ext>
            </a:extLst>
          </p:cNvPr>
          <p:cNvSpPr txBox="1"/>
          <p:nvPr/>
        </p:nvSpPr>
        <p:spPr>
          <a:xfrm>
            <a:off x="585627" y="795528"/>
            <a:ext cx="5120640" cy="461665"/>
          </a:xfrm>
          <a:prstGeom prst="rect">
            <a:avLst/>
          </a:prstGeom>
          <a:noFill/>
        </p:spPr>
        <p:txBody>
          <a:bodyPr wrap="square">
            <a:spAutoFit/>
          </a:bodyPr>
          <a:lstStyle/>
          <a:p>
            <a:pPr algn="l">
              <a:defRPr sz="1500" b="1">
                <a:solidFill>
                  <a:srgbClr val="006F7D"/>
                </a:solidFill>
                <a:latin typeface="Arial"/>
              </a:defRPr>
            </a:pPr>
            <a:r>
              <a:rPr sz="2400" dirty="0"/>
              <a:t>WHAT THE REVIEW TELLS US</a:t>
            </a:r>
          </a:p>
        </p:txBody>
      </p:sp>
      <p:sp>
        <p:nvSpPr>
          <p:cNvPr id="3" name="TextBox 2">
            <a:extLst>
              <a:ext uri="{FF2B5EF4-FFF2-40B4-BE49-F238E27FC236}">
                <a16:creationId xmlns:a16="http://schemas.microsoft.com/office/drawing/2014/main" id="{27FF2CAA-4319-890B-FBB7-1708BD2E5371}"/>
              </a:ext>
            </a:extLst>
          </p:cNvPr>
          <p:cNvSpPr txBox="1"/>
          <p:nvPr/>
        </p:nvSpPr>
        <p:spPr>
          <a:xfrm>
            <a:off x="585627" y="1431021"/>
            <a:ext cx="11024171" cy="2339102"/>
          </a:xfrm>
          <a:prstGeom prst="rect">
            <a:avLst/>
          </a:prstGeom>
          <a:noFill/>
        </p:spPr>
        <p:txBody>
          <a:bodyPr wrap="square">
            <a:spAutoFit/>
          </a:bodyPr>
          <a:lstStyle/>
          <a:p>
            <a:pPr algn="just">
              <a:spcAft>
                <a:spcPts val="800"/>
              </a:spcAft>
              <a:defRPr sz="1330">
                <a:solidFill>
                  <a:srgbClr val="141414"/>
                </a:solidFill>
                <a:latin typeface="Arial"/>
              </a:defRPr>
            </a:pPr>
            <a:r>
              <a:rPr lang="en-US" sz="1800" dirty="0"/>
              <a:t>Programming-language localization is an established research direction rather than a new idea.</a:t>
            </a:r>
          </a:p>
          <a:p>
            <a:pPr algn="just">
              <a:spcAft>
                <a:spcPts val="800"/>
              </a:spcAft>
              <a:defRPr sz="1330">
                <a:solidFill>
                  <a:srgbClr val="141414"/>
                </a:solidFill>
                <a:latin typeface="Arial"/>
              </a:defRPr>
            </a:pPr>
            <a:r>
              <a:rPr lang="en-US" sz="1800" dirty="0"/>
              <a:t>Language accessibility affects how beginners interact with programming concepts and learning materials.</a:t>
            </a:r>
          </a:p>
          <a:p>
            <a:pPr algn="just">
              <a:spcAft>
                <a:spcPts val="800"/>
              </a:spcAft>
              <a:defRPr sz="1330">
                <a:solidFill>
                  <a:srgbClr val="141414"/>
                </a:solidFill>
                <a:latin typeface="Arial"/>
              </a:defRPr>
            </a:pPr>
            <a:r>
              <a:rPr lang="en-US" sz="1800" dirty="0"/>
              <a:t>Localization is broader than translating a few keywords; syntax, terminology and language-specific conventions can also matter.</a:t>
            </a:r>
          </a:p>
          <a:p>
            <a:pPr algn="just">
              <a:spcAft>
                <a:spcPts val="800"/>
              </a:spcAft>
              <a:defRPr sz="1330">
                <a:solidFill>
                  <a:srgbClr val="141414"/>
                </a:solidFill>
                <a:latin typeface="Arial"/>
              </a:defRPr>
            </a:pPr>
            <a:r>
              <a:rPr lang="en-US" sz="1800" dirty="0"/>
              <a:t>Existing work demonstrates multilingual/localized programming in several contexts, but the literature reviewed for this project does not identify a widely adopted Sindhi programming environment combining Sindhi syntax, Unicode processing, lexical analysis, token management and interpreter execution.</a:t>
            </a:r>
          </a:p>
        </p:txBody>
      </p:sp>
    </p:spTree>
    <p:extLst>
      <p:ext uri="{BB962C8B-B14F-4D97-AF65-F5344CB8AC3E}">
        <p14:creationId xmlns:p14="http://schemas.microsoft.com/office/powerpoint/2010/main" val="3839848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029430-4051-546A-C0C7-40A4EEECCC68}"/>
              </a:ext>
            </a:extLst>
          </p:cNvPr>
          <p:cNvSpPr/>
          <p:nvPr/>
        </p:nvSpPr>
        <p:spPr>
          <a:xfrm>
            <a:off x="0" y="0"/>
            <a:ext cx="12191999" cy="82296"/>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9974EF1B-BB5A-0890-BCA3-86A41C142685}"/>
              </a:ext>
            </a:extLst>
          </p:cNvPr>
          <p:cNvSpPr txBox="1"/>
          <p:nvPr/>
        </p:nvSpPr>
        <p:spPr>
          <a:xfrm>
            <a:off x="566928" y="256032"/>
            <a:ext cx="10972800" cy="502920"/>
          </a:xfrm>
          <a:prstGeom prst="rect">
            <a:avLst/>
          </a:prstGeom>
          <a:noFill/>
        </p:spPr>
        <p:txBody>
          <a:bodyPr wrap="square">
            <a:spAutoFit/>
          </a:bodyPr>
          <a:lstStyle/>
          <a:p>
            <a:pPr algn="l">
              <a:defRPr sz="2800" b="1">
                <a:solidFill>
                  <a:srgbClr val="122B46"/>
                </a:solidFill>
                <a:latin typeface="Arial"/>
              </a:defRPr>
            </a:pPr>
            <a:r>
              <a:t>Summary Table: Existing Languages vs Latif Ji Boli</a:t>
            </a:r>
          </a:p>
        </p:txBody>
      </p:sp>
      <p:sp>
        <p:nvSpPr>
          <p:cNvPr id="4" name="TextBox 3">
            <a:extLst>
              <a:ext uri="{FF2B5EF4-FFF2-40B4-BE49-F238E27FC236}">
                <a16:creationId xmlns:a16="http://schemas.microsoft.com/office/drawing/2014/main" id="{5E195E3D-835D-EC70-18B9-C96F841EEC0B}"/>
              </a:ext>
            </a:extLst>
          </p:cNvPr>
          <p:cNvSpPr txBox="1"/>
          <p:nvPr/>
        </p:nvSpPr>
        <p:spPr>
          <a:xfrm>
            <a:off x="10972800" y="6400800"/>
            <a:ext cx="548640" cy="228600"/>
          </a:xfrm>
          <a:prstGeom prst="rect">
            <a:avLst/>
          </a:prstGeom>
          <a:noFill/>
        </p:spPr>
        <p:txBody>
          <a:bodyPr wrap="square">
            <a:spAutoFit/>
          </a:bodyPr>
          <a:lstStyle/>
          <a:p>
            <a:pPr algn="r">
              <a:defRPr sz="1000" b="0">
                <a:solidFill>
                  <a:srgbClr val="5A6269"/>
                </a:solidFill>
                <a:latin typeface="Arial"/>
              </a:defRPr>
            </a:pPr>
            <a:r>
              <a:t>5</a:t>
            </a:r>
          </a:p>
        </p:txBody>
      </p:sp>
      <p:sp>
        <p:nvSpPr>
          <p:cNvPr id="5" name="TextBox 4">
            <a:extLst>
              <a:ext uri="{FF2B5EF4-FFF2-40B4-BE49-F238E27FC236}">
                <a16:creationId xmlns:a16="http://schemas.microsoft.com/office/drawing/2014/main" id="{C5BB8F05-96D2-F17A-7DDA-228DA72FA7FE}"/>
              </a:ext>
            </a:extLst>
          </p:cNvPr>
          <p:cNvSpPr txBox="1"/>
          <p:nvPr/>
        </p:nvSpPr>
        <p:spPr>
          <a:xfrm>
            <a:off x="594360" y="941832"/>
            <a:ext cx="10972800" cy="320040"/>
          </a:xfrm>
          <a:prstGeom prst="rect">
            <a:avLst/>
          </a:prstGeom>
          <a:noFill/>
        </p:spPr>
        <p:txBody>
          <a:bodyPr wrap="square">
            <a:spAutoFit/>
          </a:bodyPr>
          <a:lstStyle/>
          <a:p>
            <a:pPr algn="l">
              <a:defRPr sz="1400" b="0">
                <a:solidFill>
                  <a:srgbClr val="5A6269"/>
                </a:solidFill>
                <a:latin typeface="Arial"/>
              </a:defRPr>
            </a:pPr>
            <a:r>
              <a:t>The table summarizes the technical position of Latif Ji Boli against established general-purpose languages.</a:t>
            </a:r>
          </a:p>
        </p:txBody>
      </p:sp>
      <p:sp>
        <p:nvSpPr>
          <p:cNvPr id="6" name="Rectangle 5">
            <a:extLst>
              <a:ext uri="{FF2B5EF4-FFF2-40B4-BE49-F238E27FC236}">
                <a16:creationId xmlns:a16="http://schemas.microsoft.com/office/drawing/2014/main" id="{C6D3436E-35E5-AF93-0F6C-62592C3F2C2E}"/>
              </a:ext>
            </a:extLst>
          </p:cNvPr>
          <p:cNvSpPr/>
          <p:nvPr/>
        </p:nvSpPr>
        <p:spPr>
          <a:xfrm>
            <a:off x="594360" y="1417320"/>
            <a:ext cx="2331720" cy="475488"/>
          </a:xfrm>
          <a:prstGeom prst="rect">
            <a:avLst/>
          </a:prstGeom>
          <a:solidFill>
            <a:srgbClr val="122B4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19FDD22-4A93-50F4-5683-7AF0F6372D04}"/>
              </a:ext>
            </a:extLst>
          </p:cNvPr>
          <p:cNvSpPr txBox="1"/>
          <p:nvPr/>
        </p:nvSpPr>
        <p:spPr>
          <a:xfrm>
            <a:off x="612648" y="1490472"/>
            <a:ext cx="2295144" cy="310896"/>
          </a:xfrm>
          <a:prstGeom prst="rect">
            <a:avLst/>
          </a:prstGeom>
          <a:noFill/>
        </p:spPr>
        <p:txBody>
          <a:bodyPr wrap="square">
            <a:spAutoFit/>
          </a:bodyPr>
          <a:lstStyle/>
          <a:p>
            <a:pPr algn="ctr">
              <a:defRPr sz="1120" b="1">
                <a:solidFill>
                  <a:srgbClr val="FFFFFF"/>
                </a:solidFill>
                <a:latin typeface="Arial"/>
              </a:defRPr>
            </a:pPr>
            <a:r>
              <a:t>Feature</a:t>
            </a:r>
          </a:p>
        </p:txBody>
      </p:sp>
      <p:sp>
        <p:nvSpPr>
          <p:cNvPr id="8" name="Rectangle 7">
            <a:extLst>
              <a:ext uri="{FF2B5EF4-FFF2-40B4-BE49-F238E27FC236}">
                <a16:creationId xmlns:a16="http://schemas.microsoft.com/office/drawing/2014/main" id="{DEA54EF7-9DCF-18ED-E36B-4998484C0389}"/>
              </a:ext>
            </a:extLst>
          </p:cNvPr>
          <p:cNvSpPr/>
          <p:nvPr/>
        </p:nvSpPr>
        <p:spPr>
          <a:xfrm>
            <a:off x="2926079" y="1417320"/>
            <a:ext cx="1600200" cy="475488"/>
          </a:xfrm>
          <a:prstGeom prst="rect">
            <a:avLst/>
          </a:prstGeom>
          <a:solidFill>
            <a:srgbClr val="122B4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E330C28F-CC72-453C-F925-CCC286C2FC23}"/>
              </a:ext>
            </a:extLst>
          </p:cNvPr>
          <p:cNvSpPr txBox="1"/>
          <p:nvPr/>
        </p:nvSpPr>
        <p:spPr>
          <a:xfrm>
            <a:off x="2944368" y="1490472"/>
            <a:ext cx="1563624" cy="310896"/>
          </a:xfrm>
          <a:prstGeom prst="rect">
            <a:avLst/>
          </a:prstGeom>
          <a:noFill/>
        </p:spPr>
        <p:txBody>
          <a:bodyPr wrap="square">
            <a:spAutoFit/>
          </a:bodyPr>
          <a:lstStyle/>
          <a:p>
            <a:pPr algn="ctr">
              <a:defRPr sz="1120" b="1">
                <a:solidFill>
                  <a:srgbClr val="FFFFFF"/>
                </a:solidFill>
                <a:latin typeface="Arial"/>
              </a:defRPr>
            </a:pPr>
            <a:r>
              <a:t>C</a:t>
            </a:r>
          </a:p>
        </p:txBody>
      </p:sp>
      <p:sp>
        <p:nvSpPr>
          <p:cNvPr id="10" name="Rectangle 9">
            <a:extLst>
              <a:ext uri="{FF2B5EF4-FFF2-40B4-BE49-F238E27FC236}">
                <a16:creationId xmlns:a16="http://schemas.microsoft.com/office/drawing/2014/main" id="{C681FA0F-DC42-1440-1049-55E28B573D08}"/>
              </a:ext>
            </a:extLst>
          </p:cNvPr>
          <p:cNvSpPr/>
          <p:nvPr/>
        </p:nvSpPr>
        <p:spPr>
          <a:xfrm>
            <a:off x="4526279" y="1417320"/>
            <a:ext cx="1600200" cy="475488"/>
          </a:xfrm>
          <a:prstGeom prst="rect">
            <a:avLst/>
          </a:prstGeom>
          <a:solidFill>
            <a:srgbClr val="122B4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B712EC73-928C-9908-FC5B-DC2CC2D7AC72}"/>
              </a:ext>
            </a:extLst>
          </p:cNvPr>
          <p:cNvSpPr txBox="1"/>
          <p:nvPr/>
        </p:nvSpPr>
        <p:spPr>
          <a:xfrm>
            <a:off x="4544567" y="1490472"/>
            <a:ext cx="1563624" cy="310896"/>
          </a:xfrm>
          <a:prstGeom prst="rect">
            <a:avLst/>
          </a:prstGeom>
          <a:noFill/>
        </p:spPr>
        <p:txBody>
          <a:bodyPr wrap="square">
            <a:spAutoFit/>
          </a:bodyPr>
          <a:lstStyle/>
          <a:p>
            <a:pPr algn="ctr">
              <a:defRPr sz="1120" b="1">
                <a:solidFill>
                  <a:srgbClr val="FFFFFF"/>
                </a:solidFill>
                <a:latin typeface="Arial"/>
              </a:defRPr>
            </a:pPr>
            <a:r>
              <a:t>Python</a:t>
            </a:r>
          </a:p>
        </p:txBody>
      </p:sp>
      <p:sp>
        <p:nvSpPr>
          <p:cNvPr id="12" name="Rectangle 11">
            <a:extLst>
              <a:ext uri="{FF2B5EF4-FFF2-40B4-BE49-F238E27FC236}">
                <a16:creationId xmlns:a16="http://schemas.microsoft.com/office/drawing/2014/main" id="{8BCC1060-E85A-E514-2C11-CE93B1368987}"/>
              </a:ext>
            </a:extLst>
          </p:cNvPr>
          <p:cNvSpPr/>
          <p:nvPr/>
        </p:nvSpPr>
        <p:spPr>
          <a:xfrm>
            <a:off x="6126479" y="1417320"/>
            <a:ext cx="1600200" cy="475488"/>
          </a:xfrm>
          <a:prstGeom prst="rect">
            <a:avLst/>
          </a:prstGeom>
          <a:solidFill>
            <a:srgbClr val="122B4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A5621BDD-8805-7624-9E5D-756879872C77}"/>
              </a:ext>
            </a:extLst>
          </p:cNvPr>
          <p:cNvSpPr txBox="1"/>
          <p:nvPr/>
        </p:nvSpPr>
        <p:spPr>
          <a:xfrm>
            <a:off x="6144767" y="1490472"/>
            <a:ext cx="1563624" cy="310896"/>
          </a:xfrm>
          <a:prstGeom prst="rect">
            <a:avLst/>
          </a:prstGeom>
          <a:noFill/>
        </p:spPr>
        <p:txBody>
          <a:bodyPr wrap="square">
            <a:spAutoFit/>
          </a:bodyPr>
          <a:lstStyle/>
          <a:p>
            <a:pPr algn="ctr">
              <a:defRPr sz="1120" b="1">
                <a:solidFill>
                  <a:srgbClr val="FFFFFF"/>
                </a:solidFill>
                <a:latin typeface="Arial"/>
              </a:defRPr>
            </a:pPr>
            <a:r>
              <a:t>Java</a:t>
            </a:r>
          </a:p>
        </p:txBody>
      </p:sp>
      <p:sp>
        <p:nvSpPr>
          <p:cNvPr id="14" name="Rectangle 13">
            <a:extLst>
              <a:ext uri="{FF2B5EF4-FFF2-40B4-BE49-F238E27FC236}">
                <a16:creationId xmlns:a16="http://schemas.microsoft.com/office/drawing/2014/main" id="{DCC5316C-5786-049F-C928-923B81EA75D2}"/>
              </a:ext>
            </a:extLst>
          </p:cNvPr>
          <p:cNvSpPr/>
          <p:nvPr/>
        </p:nvSpPr>
        <p:spPr>
          <a:xfrm>
            <a:off x="7726679" y="1417320"/>
            <a:ext cx="2834640" cy="475488"/>
          </a:xfrm>
          <a:prstGeom prst="rect">
            <a:avLst/>
          </a:prstGeom>
          <a:solidFill>
            <a:srgbClr val="122B4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E0052CE9-24CB-4D50-3929-BE7ECF62FEDE}"/>
              </a:ext>
            </a:extLst>
          </p:cNvPr>
          <p:cNvSpPr txBox="1"/>
          <p:nvPr/>
        </p:nvSpPr>
        <p:spPr>
          <a:xfrm>
            <a:off x="7744967" y="1490472"/>
            <a:ext cx="2798064" cy="310896"/>
          </a:xfrm>
          <a:prstGeom prst="rect">
            <a:avLst/>
          </a:prstGeom>
          <a:noFill/>
        </p:spPr>
        <p:txBody>
          <a:bodyPr wrap="square">
            <a:spAutoFit/>
          </a:bodyPr>
          <a:lstStyle/>
          <a:p>
            <a:pPr algn="ctr">
              <a:defRPr sz="1120" b="1">
                <a:solidFill>
                  <a:srgbClr val="FFFFFF"/>
                </a:solidFill>
                <a:latin typeface="Arial"/>
              </a:defRPr>
            </a:pPr>
            <a:r>
              <a:t>Latif Ji Boli</a:t>
            </a:r>
          </a:p>
        </p:txBody>
      </p:sp>
      <p:sp>
        <p:nvSpPr>
          <p:cNvPr id="16" name="Rectangle 15">
            <a:extLst>
              <a:ext uri="{FF2B5EF4-FFF2-40B4-BE49-F238E27FC236}">
                <a16:creationId xmlns:a16="http://schemas.microsoft.com/office/drawing/2014/main" id="{63E64D1E-307C-3941-7FDF-10537DF2FEF4}"/>
              </a:ext>
            </a:extLst>
          </p:cNvPr>
          <p:cNvSpPr/>
          <p:nvPr/>
        </p:nvSpPr>
        <p:spPr>
          <a:xfrm>
            <a:off x="594360" y="1892808"/>
            <a:ext cx="233172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43F1892-7921-6E33-7168-56356B6EDBE1}"/>
              </a:ext>
            </a:extLst>
          </p:cNvPr>
          <p:cNvSpPr txBox="1"/>
          <p:nvPr/>
        </p:nvSpPr>
        <p:spPr>
          <a:xfrm>
            <a:off x="612648" y="1956816"/>
            <a:ext cx="2295144" cy="329184"/>
          </a:xfrm>
          <a:prstGeom prst="rect">
            <a:avLst/>
          </a:prstGeom>
          <a:noFill/>
        </p:spPr>
        <p:txBody>
          <a:bodyPr wrap="square">
            <a:spAutoFit/>
          </a:bodyPr>
          <a:lstStyle/>
          <a:p>
            <a:pPr algn="ctr">
              <a:defRPr sz="1050" b="1">
                <a:solidFill>
                  <a:srgbClr val="141414"/>
                </a:solidFill>
                <a:latin typeface="Arial"/>
              </a:defRPr>
            </a:pPr>
            <a:r>
              <a:t>Text-based programming</a:t>
            </a:r>
          </a:p>
        </p:txBody>
      </p:sp>
      <p:sp>
        <p:nvSpPr>
          <p:cNvPr id="18" name="Rectangle 17">
            <a:extLst>
              <a:ext uri="{FF2B5EF4-FFF2-40B4-BE49-F238E27FC236}">
                <a16:creationId xmlns:a16="http://schemas.microsoft.com/office/drawing/2014/main" id="{A3F66CE0-86E0-33EB-A44A-3F3173CC4925}"/>
              </a:ext>
            </a:extLst>
          </p:cNvPr>
          <p:cNvSpPr/>
          <p:nvPr/>
        </p:nvSpPr>
        <p:spPr>
          <a:xfrm>
            <a:off x="2926079" y="1892808"/>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C55804BB-D556-B8C9-B3DE-8144D3DF314A}"/>
              </a:ext>
            </a:extLst>
          </p:cNvPr>
          <p:cNvSpPr txBox="1"/>
          <p:nvPr/>
        </p:nvSpPr>
        <p:spPr>
          <a:xfrm>
            <a:off x="2944368" y="1956816"/>
            <a:ext cx="156362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20" name="Rectangle 19">
            <a:extLst>
              <a:ext uri="{FF2B5EF4-FFF2-40B4-BE49-F238E27FC236}">
                <a16:creationId xmlns:a16="http://schemas.microsoft.com/office/drawing/2014/main" id="{7FA36160-0FAD-F61F-B235-C9E90EB17808}"/>
              </a:ext>
            </a:extLst>
          </p:cNvPr>
          <p:cNvSpPr/>
          <p:nvPr/>
        </p:nvSpPr>
        <p:spPr>
          <a:xfrm>
            <a:off x="4526279" y="1892808"/>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8454DA4C-37BB-CAFC-A4AA-012042825DF1}"/>
              </a:ext>
            </a:extLst>
          </p:cNvPr>
          <p:cNvSpPr txBox="1"/>
          <p:nvPr/>
        </p:nvSpPr>
        <p:spPr>
          <a:xfrm>
            <a:off x="4544567" y="1956816"/>
            <a:ext cx="156362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22" name="Rectangle 21">
            <a:extLst>
              <a:ext uri="{FF2B5EF4-FFF2-40B4-BE49-F238E27FC236}">
                <a16:creationId xmlns:a16="http://schemas.microsoft.com/office/drawing/2014/main" id="{CC64A9E7-2D01-9333-1BE0-76B2AA54B278}"/>
              </a:ext>
            </a:extLst>
          </p:cNvPr>
          <p:cNvSpPr/>
          <p:nvPr/>
        </p:nvSpPr>
        <p:spPr>
          <a:xfrm>
            <a:off x="6126479" y="1892808"/>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6FF6BA3F-6EEC-909F-E6C4-13534D273F92}"/>
              </a:ext>
            </a:extLst>
          </p:cNvPr>
          <p:cNvSpPr txBox="1"/>
          <p:nvPr/>
        </p:nvSpPr>
        <p:spPr>
          <a:xfrm>
            <a:off x="6144767" y="1956816"/>
            <a:ext cx="156362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24" name="Rectangle 23">
            <a:extLst>
              <a:ext uri="{FF2B5EF4-FFF2-40B4-BE49-F238E27FC236}">
                <a16:creationId xmlns:a16="http://schemas.microsoft.com/office/drawing/2014/main" id="{088E5A33-D9B6-3333-920F-DB7D1DB71E43}"/>
              </a:ext>
            </a:extLst>
          </p:cNvPr>
          <p:cNvSpPr/>
          <p:nvPr/>
        </p:nvSpPr>
        <p:spPr>
          <a:xfrm>
            <a:off x="7726679" y="1892808"/>
            <a:ext cx="283464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FC21AF1F-D158-CF9D-B96D-7AEE0F39B12E}"/>
              </a:ext>
            </a:extLst>
          </p:cNvPr>
          <p:cNvSpPr txBox="1"/>
          <p:nvPr/>
        </p:nvSpPr>
        <p:spPr>
          <a:xfrm>
            <a:off x="7744967" y="1956816"/>
            <a:ext cx="279806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26" name="Rectangle 25">
            <a:extLst>
              <a:ext uri="{FF2B5EF4-FFF2-40B4-BE49-F238E27FC236}">
                <a16:creationId xmlns:a16="http://schemas.microsoft.com/office/drawing/2014/main" id="{E4D0AB99-466C-ED1D-0B2E-22CF03806091}"/>
              </a:ext>
            </a:extLst>
          </p:cNvPr>
          <p:cNvSpPr/>
          <p:nvPr/>
        </p:nvSpPr>
        <p:spPr>
          <a:xfrm>
            <a:off x="594360" y="2368296"/>
            <a:ext cx="233172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D7BB83A3-22F8-E749-A457-5CFD305B1E88}"/>
              </a:ext>
            </a:extLst>
          </p:cNvPr>
          <p:cNvSpPr txBox="1"/>
          <p:nvPr/>
        </p:nvSpPr>
        <p:spPr>
          <a:xfrm>
            <a:off x="612648" y="2432303"/>
            <a:ext cx="2295144" cy="329184"/>
          </a:xfrm>
          <a:prstGeom prst="rect">
            <a:avLst/>
          </a:prstGeom>
          <a:noFill/>
        </p:spPr>
        <p:txBody>
          <a:bodyPr wrap="square">
            <a:spAutoFit/>
          </a:bodyPr>
          <a:lstStyle/>
          <a:p>
            <a:pPr algn="ctr">
              <a:defRPr sz="1050" b="1">
                <a:solidFill>
                  <a:srgbClr val="141414"/>
                </a:solidFill>
                <a:latin typeface="Arial"/>
              </a:defRPr>
            </a:pPr>
            <a:r>
              <a:t>English keywords</a:t>
            </a:r>
          </a:p>
        </p:txBody>
      </p:sp>
      <p:sp>
        <p:nvSpPr>
          <p:cNvPr id="28" name="Rectangle 27">
            <a:extLst>
              <a:ext uri="{FF2B5EF4-FFF2-40B4-BE49-F238E27FC236}">
                <a16:creationId xmlns:a16="http://schemas.microsoft.com/office/drawing/2014/main" id="{EC10F80C-C5D2-DDAB-04A6-09D9827B1D71}"/>
              </a:ext>
            </a:extLst>
          </p:cNvPr>
          <p:cNvSpPr/>
          <p:nvPr/>
        </p:nvSpPr>
        <p:spPr>
          <a:xfrm>
            <a:off x="2926079" y="2368296"/>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C3CD4ADA-B244-E33F-5A74-47CE4AB9502F}"/>
              </a:ext>
            </a:extLst>
          </p:cNvPr>
          <p:cNvSpPr txBox="1"/>
          <p:nvPr/>
        </p:nvSpPr>
        <p:spPr>
          <a:xfrm>
            <a:off x="2944368" y="2432303"/>
            <a:ext cx="156362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30" name="Rectangle 29">
            <a:extLst>
              <a:ext uri="{FF2B5EF4-FFF2-40B4-BE49-F238E27FC236}">
                <a16:creationId xmlns:a16="http://schemas.microsoft.com/office/drawing/2014/main" id="{5E51DF78-B1B7-D4C5-22A0-30E46C4F96BE}"/>
              </a:ext>
            </a:extLst>
          </p:cNvPr>
          <p:cNvSpPr/>
          <p:nvPr/>
        </p:nvSpPr>
        <p:spPr>
          <a:xfrm>
            <a:off x="4526279" y="2368296"/>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CCE202C3-BD75-016D-87F2-34AB652FD8D1}"/>
              </a:ext>
            </a:extLst>
          </p:cNvPr>
          <p:cNvSpPr txBox="1"/>
          <p:nvPr/>
        </p:nvSpPr>
        <p:spPr>
          <a:xfrm>
            <a:off x="4544567" y="2432303"/>
            <a:ext cx="156362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32" name="Rectangle 31">
            <a:extLst>
              <a:ext uri="{FF2B5EF4-FFF2-40B4-BE49-F238E27FC236}">
                <a16:creationId xmlns:a16="http://schemas.microsoft.com/office/drawing/2014/main" id="{F196C86E-3FDC-30DC-3441-526DC725F804}"/>
              </a:ext>
            </a:extLst>
          </p:cNvPr>
          <p:cNvSpPr/>
          <p:nvPr/>
        </p:nvSpPr>
        <p:spPr>
          <a:xfrm>
            <a:off x="6126479" y="2368296"/>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F3D34817-E982-9EB7-965B-45CB5041BF63}"/>
              </a:ext>
            </a:extLst>
          </p:cNvPr>
          <p:cNvSpPr txBox="1"/>
          <p:nvPr/>
        </p:nvSpPr>
        <p:spPr>
          <a:xfrm>
            <a:off x="6144767" y="2432303"/>
            <a:ext cx="156362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34" name="Rectangle 33">
            <a:extLst>
              <a:ext uri="{FF2B5EF4-FFF2-40B4-BE49-F238E27FC236}">
                <a16:creationId xmlns:a16="http://schemas.microsoft.com/office/drawing/2014/main" id="{CF80DC7A-7969-212A-21E0-B4B667EB4113}"/>
              </a:ext>
            </a:extLst>
          </p:cNvPr>
          <p:cNvSpPr/>
          <p:nvPr/>
        </p:nvSpPr>
        <p:spPr>
          <a:xfrm>
            <a:off x="7726679" y="2368296"/>
            <a:ext cx="283464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CE775E92-B3B4-78A0-F6EE-625A2461C86A}"/>
              </a:ext>
            </a:extLst>
          </p:cNvPr>
          <p:cNvSpPr txBox="1"/>
          <p:nvPr/>
        </p:nvSpPr>
        <p:spPr>
          <a:xfrm>
            <a:off x="7744967" y="2432303"/>
            <a:ext cx="279806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36" name="Rectangle 35">
            <a:extLst>
              <a:ext uri="{FF2B5EF4-FFF2-40B4-BE49-F238E27FC236}">
                <a16:creationId xmlns:a16="http://schemas.microsoft.com/office/drawing/2014/main" id="{DFD266FB-FCDA-E746-6FE6-D5F175C58469}"/>
              </a:ext>
            </a:extLst>
          </p:cNvPr>
          <p:cNvSpPr/>
          <p:nvPr/>
        </p:nvSpPr>
        <p:spPr>
          <a:xfrm>
            <a:off x="594360" y="2843784"/>
            <a:ext cx="233172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70872C7D-E1EA-14F8-61E0-F9D7D714CDF6}"/>
              </a:ext>
            </a:extLst>
          </p:cNvPr>
          <p:cNvSpPr txBox="1"/>
          <p:nvPr/>
        </p:nvSpPr>
        <p:spPr>
          <a:xfrm>
            <a:off x="612648" y="2907792"/>
            <a:ext cx="2295144" cy="329184"/>
          </a:xfrm>
          <a:prstGeom prst="rect">
            <a:avLst/>
          </a:prstGeom>
          <a:noFill/>
        </p:spPr>
        <p:txBody>
          <a:bodyPr wrap="square">
            <a:spAutoFit/>
          </a:bodyPr>
          <a:lstStyle/>
          <a:p>
            <a:pPr algn="ctr">
              <a:defRPr sz="1050" b="1">
                <a:solidFill>
                  <a:srgbClr val="141414"/>
                </a:solidFill>
                <a:latin typeface="Arial"/>
              </a:defRPr>
            </a:pPr>
            <a:r>
              <a:t>Sindhi keywords</a:t>
            </a:r>
          </a:p>
        </p:txBody>
      </p:sp>
      <p:sp>
        <p:nvSpPr>
          <p:cNvPr id="38" name="Rectangle 37">
            <a:extLst>
              <a:ext uri="{FF2B5EF4-FFF2-40B4-BE49-F238E27FC236}">
                <a16:creationId xmlns:a16="http://schemas.microsoft.com/office/drawing/2014/main" id="{280C9C6E-FD02-2C57-9FA9-3C69A978F941}"/>
              </a:ext>
            </a:extLst>
          </p:cNvPr>
          <p:cNvSpPr/>
          <p:nvPr/>
        </p:nvSpPr>
        <p:spPr>
          <a:xfrm>
            <a:off x="2926079" y="2843784"/>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88AB255D-0153-AD7F-BD4D-1CE2E29DD5BB}"/>
              </a:ext>
            </a:extLst>
          </p:cNvPr>
          <p:cNvSpPr txBox="1"/>
          <p:nvPr/>
        </p:nvSpPr>
        <p:spPr>
          <a:xfrm>
            <a:off x="2944368" y="2907792"/>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40" name="Rectangle 39">
            <a:extLst>
              <a:ext uri="{FF2B5EF4-FFF2-40B4-BE49-F238E27FC236}">
                <a16:creationId xmlns:a16="http://schemas.microsoft.com/office/drawing/2014/main" id="{A036DA02-A73D-8F63-6870-6D55756E2E4B}"/>
              </a:ext>
            </a:extLst>
          </p:cNvPr>
          <p:cNvSpPr/>
          <p:nvPr/>
        </p:nvSpPr>
        <p:spPr>
          <a:xfrm>
            <a:off x="4526279" y="2843784"/>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EC2DB801-2E16-922A-B18F-DBBFC29D6F8F}"/>
              </a:ext>
            </a:extLst>
          </p:cNvPr>
          <p:cNvSpPr txBox="1"/>
          <p:nvPr/>
        </p:nvSpPr>
        <p:spPr>
          <a:xfrm>
            <a:off x="4544567" y="2907792"/>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42" name="Rectangle 41">
            <a:extLst>
              <a:ext uri="{FF2B5EF4-FFF2-40B4-BE49-F238E27FC236}">
                <a16:creationId xmlns:a16="http://schemas.microsoft.com/office/drawing/2014/main" id="{F9AB09BD-D65B-1587-CEB1-A17C89A04A15}"/>
              </a:ext>
            </a:extLst>
          </p:cNvPr>
          <p:cNvSpPr/>
          <p:nvPr/>
        </p:nvSpPr>
        <p:spPr>
          <a:xfrm>
            <a:off x="6126479" y="2843784"/>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582E2C0F-7AD0-5A1B-09EE-F2CE05016C04}"/>
              </a:ext>
            </a:extLst>
          </p:cNvPr>
          <p:cNvSpPr txBox="1"/>
          <p:nvPr/>
        </p:nvSpPr>
        <p:spPr>
          <a:xfrm>
            <a:off x="6144767" y="2907792"/>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44" name="Rectangle 43">
            <a:extLst>
              <a:ext uri="{FF2B5EF4-FFF2-40B4-BE49-F238E27FC236}">
                <a16:creationId xmlns:a16="http://schemas.microsoft.com/office/drawing/2014/main" id="{33B5B289-B9F5-FC65-2742-756716442112}"/>
              </a:ext>
            </a:extLst>
          </p:cNvPr>
          <p:cNvSpPr/>
          <p:nvPr/>
        </p:nvSpPr>
        <p:spPr>
          <a:xfrm>
            <a:off x="7726679" y="2843784"/>
            <a:ext cx="283464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C641B23A-9AE2-7439-EF35-0ACCEBA4AC93}"/>
              </a:ext>
            </a:extLst>
          </p:cNvPr>
          <p:cNvSpPr txBox="1"/>
          <p:nvPr/>
        </p:nvSpPr>
        <p:spPr>
          <a:xfrm>
            <a:off x="7744967" y="2907792"/>
            <a:ext cx="279806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46" name="Rectangle 45">
            <a:extLst>
              <a:ext uri="{FF2B5EF4-FFF2-40B4-BE49-F238E27FC236}">
                <a16:creationId xmlns:a16="http://schemas.microsoft.com/office/drawing/2014/main" id="{B200F781-359C-D0C7-87CA-3F5DBABF6065}"/>
              </a:ext>
            </a:extLst>
          </p:cNvPr>
          <p:cNvSpPr/>
          <p:nvPr/>
        </p:nvSpPr>
        <p:spPr>
          <a:xfrm>
            <a:off x="594360" y="3319272"/>
            <a:ext cx="233172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98E884AE-1B7F-EE41-A463-31EC0677A796}"/>
              </a:ext>
            </a:extLst>
          </p:cNvPr>
          <p:cNvSpPr txBox="1"/>
          <p:nvPr/>
        </p:nvSpPr>
        <p:spPr>
          <a:xfrm>
            <a:off x="612648" y="3383279"/>
            <a:ext cx="2295144" cy="329184"/>
          </a:xfrm>
          <a:prstGeom prst="rect">
            <a:avLst/>
          </a:prstGeom>
          <a:noFill/>
        </p:spPr>
        <p:txBody>
          <a:bodyPr wrap="square">
            <a:spAutoFit/>
          </a:bodyPr>
          <a:lstStyle/>
          <a:p>
            <a:pPr algn="ctr">
              <a:defRPr sz="1050" b="1">
                <a:solidFill>
                  <a:srgbClr val="141414"/>
                </a:solidFill>
                <a:latin typeface="Arial"/>
              </a:defRPr>
            </a:pPr>
            <a:r>
              <a:t>Unicode / text support</a:t>
            </a:r>
          </a:p>
        </p:txBody>
      </p:sp>
      <p:sp>
        <p:nvSpPr>
          <p:cNvPr id="48" name="Rectangle 47">
            <a:extLst>
              <a:ext uri="{FF2B5EF4-FFF2-40B4-BE49-F238E27FC236}">
                <a16:creationId xmlns:a16="http://schemas.microsoft.com/office/drawing/2014/main" id="{F1009138-726C-76B0-A0B4-D2EDE9183FDC}"/>
              </a:ext>
            </a:extLst>
          </p:cNvPr>
          <p:cNvSpPr/>
          <p:nvPr/>
        </p:nvSpPr>
        <p:spPr>
          <a:xfrm>
            <a:off x="2926079" y="3319272"/>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extLst>
              <a:ext uri="{FF2B5EF4-FFF2-40B4-BE49-F238E27FC236}">
                <a16:creationId xmlns:a16="http://schemas.microsoft.com/office/drawing/2014/main" id="{00848ABA-3679-51C0-6288-7A8581C2D2A8}"/>
              </a:ext>
            </a:extLst>
          </p:cNvPr>
          <p:cNvSpPr txBox="1"/>
          <p:nvPr/>
        </p:nvSpPr>
        <p:spPr>
          <a:xfrm>
            <a:off x="2944368" y="3383279"/>
            <a:ext cx="1563624" cy="329184"/>
          </a:xfrm>
          <a:prstGeom prst="rect">
            <a:avLst/>
          </a:prstGeom>
          <a:noFill/>
        </p:spPr>
        <p:txBody>
          <a:bodyPr wrap="square">
            <a:spAutoFit/>
          </a:bodyPr>
          <a:lstStyle/>
          <a:p>
            <a:pPr algn="ctr">
              <a:defRPr sz="1050" b="0">
                <a:solidFill>
                  <a:srgbClr val="141414"/>
                </a:solidFill>
                <a:latin typeface="Arial"/>
              </a:defRPr>
            </a:pPr>
            <a:r>
              <a:t>Implementation-dependent*</a:t>
            </a:r>
          </a:p>
        </p:txBody>
      </p:sp>
      <p:sp>
        <p:nvSpPr>
          <p:cNvPr id="50" name="Rectangle 49">
            <a:extLst>
              <a:ext uri="{FF2B5EF4-FFF2-40B4-BE49-F238E27FC236}">
                <a16:creationId xmlns:a16="http://schemas.microsoft.com/office/drawing/2014/main" id="{7714EC28-45D4-51F9-634D-8A2037FA0198}"/>
              </a:ext>
            </a:extLst>
          </p:cNvPr>
          <p:cNvSpPr/>
          <p:nvPr/>
        </p:nvSpPr>
        <p:spPr>
          <a:xfrm>
            <a:off x="4526279" y="3319272"/>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AD288E96-13B8-637B-C9A3-CC773213BC2B}"/>
              </a:ext>
            </a:extLst>
          </p:cNvPr>
          <p:cNvSpPr txBox="1"/>
          <p:nvPr/>
        </p:nvSpPr>
        <p:spPr>
          <a:xfrm>
            <a:off x="4544567" y="3383279"/>
            <a:ext cx="156362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52" name="Rectangle 51">
            <a:extLst>
              <a:ext uri="{FF2B5EF4-FFF2-40B4-BE49-F238E27FC236}">
                <a16:creationId xmlns:a16="http://schemas.microsoft.com/office/drawing/2014/main" id="{3E14C335-59D9-0FC0-A8E9-62C62A928814}"/>
              </a:ext>
            </a:extLst>
          </p:cNvPr>
          <p:cNvSpPr/>
          <p:nvPr/>
        </p:nvSpPr>
        <p:spPr>
          <a:xfrm>
            <a:off x="6126479" y="3319272"/>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FBC7A15A-368D-F545-2089-39236B1CE400}"/>
              </a:ext>
            </a:extLst>
          </p:cNvPr>
          <p:cNvSpPr txBox="1"/>
          <p:nvPr/>
        </p:nvSpPr>
        <p:spPr>
          <a:xfrm>
            <a:off x="6144767" y="3383279"/>
            <a:ext cx="156362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54" name="Rectangle 53">
            <a:extLst>
              <a:ext uri="{FF2B5EF4-FFF2-40B4-BE49-F238E27FC236}">
                <a16:creationId xmlns:a16="http://schemas.microsoft.com/office/drawing/2014/main" id="{F4224BB9-2E06-6BD6-16E3-F6D116C7B885}"/>
              </a:ext>
            </a:extLst>
          </p:cNvPr>
          <p:cNvSpPr/>
          <p:nvPr/>
        </p:nvSpPr>
        <p:spPr>
          <a:xfrm>
            <a:off x="7726679" y="3319272"/>
            <a:ext cx="283464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320173F3-6E6E-6B8C-256B-8FBD78AE8A7E}"/>
              </a:ext>
            </a:extLst>
          </p:cNvPr>
          <p:cNvSpPr txBox="1"/>
          <p:nvPr/>
        </p:nvSpPr>
        <p:spPr>
          <a:xfrm>
            <a:off x="7744967" y="3383279"/>
            <a:ext cx="279806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56" name="Rectangle 55">
            <a:extLst>
              <a:ext uri="{FF2B5EF4-FFF2-40B4-BE49-F238E27FC236}">
                <a16:creationId xmlns:a16="http://schemas.microsoft.com/office/drawing/2014/main" id="{620E9F3F-D63B-8E3A-4EAC-B15C5C1BA13B}"/>
              </a:ext>
            </a:extLst>
          </p:cNvPr>
          <p:cNvSpPr/>
          <p:nvPr/>
        </p:nvSpPr>
        <p:spPr>
          <a:xfrm>
            <a:off x="594360" y="3794760"/>
            <a:ext cx="233172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8E52CD78-39A2-400A-9B94-9A1D4BD777E8}"/>
              </a:ext>
            </a:extLst>
          </p:cNvPr>
          <p:cNvSpPr txBox="1"/>
          <p:nvPr/>
        </p:nvSpPr>
        <p:spPr>
          <a:xfrm>
            <a:off x="612648" y="3858768"/>
            <a:ext cx="2295144" cy="329184"/>
          </a:xfrm>
          <a:prstGeom prst="rect">
            <a:avLst/>
          </a:prstGeom>
          <a:noFill/>
        </p:spPr>
        <p:txBody>
          <a:bodyPr wrap="square">
            <a:spAutoFit/>
          </a:bodyPr>
          <a:lstStyle/>
          <a:p>
            <a:pPr algn="ctr">
              <a:defRPr sz="1050" b="1">
                <a:solidFill>
                  <a:srgbClr val="141414"/>
                </a:solidFill>
                <a:latin typeface="Arial"/>
              </a:defRPr>
            </a:pPr>
            <a:r>
              <a:t>Execution model</a:t>
            </a:r>
          </a:p>
        </p:txBody>
      </p:sp>
      <p:sp>
        <p:nvSpPr>
          <p:cNvPr id="58" name="Rectangle 57">
            <a:extLst>
              <a:ext uri="{FF2B5EF4-FFF2-40B4-BE49-F238E27FC236}">
                <a16:creationId xmlns:a16="http://schemas.microsoft.com/office/drawing/2014/main" id="{8A5CCBC2-A7AE-CB01-E26C-4EE452557CA7}"/>
              </a:ext>
            </a:extLst>
          </p:cNvPr>
          <p:cNvSpPr/>
          <p:nvPr/>
        </p:nvSpPr>
        <p:spPr>
          <a:xfrm>
            <a:off x="2926079" y="3794760"/>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9869E8C9-8783-4AEA-047D-8F02056786BC}"/>
              </a:ext>
            </a:extLst>
          </p:cNvPr>
          <p:cNvSpPr txBox="1"/>
          <p:nvPr/>
        </p:nvSpPr>
        <p:spPr>
          <a:xfrm>
            <a:off x="2944368" y="3858768"/>
            <a:ext cx="1563624" cy="329184"/>
          </a:xfrm>
          <a:prstGeom prst="rect">
            <a:avLst/>
          </a:prstGeom>
          <a:noFill/>
        </p:spPr>
        <p:txBody>
          <a:bodyPr wrap="square">
            <a:spAutoFit/>
          </a:bodyPr>
          <a:lstStyle/>
          <a:p>
            <a:pPr algn="ctr">
              <a:defRPr sz="1050" b="0">
                <a:solidFill>
                  <a:srgbClr val="141414"/>
                </a:solidFill>
                <a:latin typeface="Arial"/>
              </a:defRPr>
            </a:pPr>
            <a:r>
              <a:t>Native compilation</a:t>
            </a:r>
          </a:p>
        </p:txBody>
      </p:sp>
      <p:sp>
        <p:nvSpPr>
          <p:cNvPr id="60" name="Rectangle 59">
            <a:extLst>
              <a:ext uri="{FF2B5EF4-FFF2-40B4-BE49-F238E27FC236}">
                <a16:creationId xmlns:a16="http://schemas.microsoft.com/office/drawing/2014/main" id="{2D1C561D-CBAE-4C8A-6EDC-1B951F969A73}"/>
              </a:ext>
            </a:extLst>
          </p:cNvPr>
          <p:cNvSpPr/>
          <p:nvPr/>
        </p:nvSpPr>
        <p:spPr>
          <a:xfrm>
            <a:off x="4526279" y="3794760"/>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711B6F27-19EB-7666-CEEC-83EF9C25D925}"/>
              </a:ext>
            </a:extLst>
          </p:cNvPr>
          <p:cNvSpPr txBox="1"/>
          <p:nvPr/>
        </p:nvSpPr>
        <p:spPr>
          <a:xfrm>
            <a:off x="4544567" y="3858768"/>
            <a:ext cx="1563624" cy="329184"/>
          </a:xfrm>
          <a:prstGeom prst="rect">
            <a:avLst/>
          </a:prstGeom>
          <a:noFill/>
        </p:spPr>
        <p:txBody>
          <a:bodyPr wrap="square">
            <a:spAutoFit/>
          </a:bodyPr>
          <a:lstStyle/>
          <a:p>
            <a:pPr algn="ctr">
              <a:defRPr sz="1050" b="0">
                <a:solidFill>
                  <a:srgbClr val="141414"/>
                </a:solidFill>
                <a:latin typeface="Arial"/>
              </a:defRPr>
            </a:pPr>
            <a:r>
              <a:t>Interpreter / VM</a:t>
            </a:r>
          </a:p>
        </p:txBody>
      </p:sp>
      <p:sp>
        <p:nvSpPr>
          <p:cNvPr id="62" name="Rectangle 61">
            <a:extLst>
              <a:ext uri="{FF2B5EF4-FFF2-40B4-BE49-F238E27FC236}">
                <a16:creationId xmlns:a16="http://schemas.microsoft.com/office/drawing/2014/main" id="{CF479305-4050-D830-86F3-85A959FA00E8}"/>
              </a:ext>
            </a:extLst>
          </p:cNvPr>
          <p:cNvSpPr/>
          <p:nvPr/>
        </p:nvSpPr>
        <p:spPr>
          <a:xfrm>
            <a:off x="6126479" y="3794760"/>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561D32F4-1C0D-6FF6-F034-FD666A81A904}"/>
              </a:ext>
            </a:extLst>
          </p:cNvPr>
          <p:cNvSpPr txBox="1"/>
          <p:nvPr/>
        </p:nvSpPr>
        <p:spPr>
          <a:xfrm>
            <a:off x="6144767" y="3858768"/>
            <a:ext cx="1563624" cy="329184"/>
          </a:xfrm>
          <a:prstGeom prst="rect">
            <a:avLst/>
          </a:prstGeom>
          <a:noFill/>
        </p:spPr>
        <p:txBody>
          <a:bodyPr wrap="square">
            <a:spAutoFit/>
          </a:bodyPr>
          <a:lstStyle/>
          <a:p>
            <a:pPr algn="ctr">
              <a:defRPr sz="1050" b="0">
                <a:solidFill>
                  <a:srgbClr val="141414"/>
                </a:solidFill>
                <a:latin typeface="Arial"/>
              </a:defRPr>
            </a:pPr>
            <a:r>
              <a:t>Bytecode + JVM/JIT</a:t>
            </a:r>
          </a:p>
        </p:txBody>
      </p:sp>
      <p:sp>
        <p:nvSpPr>
          <p:cNvPr id="64" name="Rectangle 63">
            <a:extLst>
              <a:ext uri="{FF2B5EF4-FFF2-40B4-BE49-F238E27FC236}">
                <a16:creationId xmlns:a16="http://schemas.microsoft.com/office/drawing/2014/main" id="{631AF224-244A-158A-4E7F-BCBACE61E1CB}"/>
              </a:ext>
            </a:extLst>
          </p:cNvPr>
          <p:cNvSpPr/>
          <p:nvPr/>
        </p:nvSpPr>
        <p:spPr>
          <a:xfrm>
            <a:off x="7726679" y="3794760"/>
            <a:ext cx="283464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4FF7EDA6-AAC3-FD08-2D97-AB3504D56599}"/>
              </a:ext>
            </a:extLst>
          </p:cNvPr>
          <p:cNvSpPr txBox="1"/>
          <p:nvPr/>
        </p:nvSpPr>
        <p:spPr>
          <a:xfrm>
            <a:off x="7744967" y="3858768"/>
            <a:ext cx="2798064" cy="329184"/>
          </a:xfrm>
          <a:prstGeom prst="rect">
            <a:avLst/>
          </a:prstGeom>
          <a:noFill/>
        </p:spPr>
        <p:txBody>
          <a:bodyPr wrap="square">
            <a:spAutoFit/>
          </a:bodyPr>
          <a:lstStyle/>
          <a:p>
            <a:pPr algn="ctr">
              <a:defRPr sz="1050" b="0">
                <a:solidFill>
                  <a:srgbClr val="141414"/>
                </a:solidFill>
                <a:latin typeface="Arial"/>
              </a:defRPr>
            </a:pPr>
            <a:r>
              <a:t>Custom interpreter</a:t>
            </a:r>
          </a:p>
        </p:txBody>
      </p:sp>
      <p:sp>
        <p:nvSpPr>
          <p:cNvPr id="66" name="Rectangle 65">
            <a:extLst>
              <a:ext uri="{FF2B5EF4-FFF2-40B4-BE49-F238E27FC236}">
                <a16:creationId xmlns:a16="http://schemas.microsoft.com/office/drawing/2014/main" id="{56C0CE89-7545-FF82-524A-FD2705C7FE60}"/>
              </a:ext>
            </a:extLst>
          </p:cNvPr>
          <p:cNvSpPr/>
          <p:nvPr/>
        </p:nvSpPr>
        <p:spPr>
          <a:xfrm>
            <a:off x="594360" y="4270248"/>
            <a:ext cx="233172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C51D6306-9D18-CF57-46BC-0A0717A4C75E}"/>
              </a:ext>
            </a:extLst>
          </p:cNvPr>
          <p:cNvSpPr txBox="1"/>
          <p:nvPr/>
        </p:nvSpPr>
        <p:spPr>
          <a:xfrm>
            <a:off x="612648" y="4334256"/>
            <a:ext cx="2295144" cy="329184"/>
          </a:xfrm>
          <a:prstGeom prst="rect">
            <a:avLst/>
          </a:prstGeom>
          <a:noFill/>
        </p:spPr>
        <p:txBody>
          <a:bodyPr wrap="square">
            <a:spAutoFit/>
          </a:bodyPr>
          <a:lstStyle/>
          <a:p>
            <a:pPr algn="ctr">
              <a:defRPr sz="1050" b="1">
                <a:solidFill>
                  <a:srgbClr val="141414"/>
                </a:solidFill>
                <a:latin typeface="Arial"/>
              </a:defRPr>
            </a:pPr>
            <a:r>
              <a:t>Sindhi syntax</a:t>
            </a:r>
          </a:p>
        </p:txBody>
      </p:sp>
      <p:sp>
        <p:nvSpPr>
          <p:cNvPr id="68" name="Rectangle 67">
            <a:extLst>
              <a:ext uri="{FF2B5EF4-FFF2-40B4-BE49-F238E27FC236}">
                <a16:creationId xmlns:a16="http://schemas.microsoft.com/office/drawing/2014/main" id="{A0F6B5DD-E9DF-3A81-3B26-DD19DBD30D29}"/>
              </a:ext>
            </a:extLst>
          </p:cNvPr>
          <p:cNvSpPr/>
          <p:nvPr/>
        </p:nvSpPr>
        <p:spPr>
          <a:xfrm>
            <a:off x="2926079" y="4270248"/>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a:extLst>
              <a:ext uri="{FF2B5EF4-FFF2-40B4-BE49-F238E27FC236}">
                <a16:creationId xmlns:a16="http://schemas.microsoft.com/office/drawing/2014/main" id="{488D6211-CC43-568C-C6C2-EC758109DC3B}"/>
              </a:ext>
            </a:extLst>
          </p:cNvPr>
          <p:cNvSpPr txBox="1"/>
          <p:nvPr/>
        </p:nvSpPr>
        <p:spPr>
          <a:xfrm>
            <a:off x="2944368" y="4334256"/>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70" name="Rectangle 69">
            <a:extLst>
              <a:ext uri="{FF2B5EF4-FFF2-40B4-BE49-F238E27FC236}">
                <a16:creationId xmlns:a16="http://schemas.microsoft.com/office/drawing/2014/main" id="{D2B74D2A-9219-AC0B-1002-A8DD364AABAD}"/>
              </a:ext>
            </a:extLst>
          </p:cNvPr>
          <p:cNvSpPr/>
          <p:nvPr/>
        </p:nvSpPr>
        <p:spPr>
          <a:xfrm>
            <a:off x="4526279" y="4270248"/>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041DE19C-AFC1-CB60-85D2-536C0BBB4453}"/>
              </a:ext>
            </a:extLst>
          </p:cNvPr>
          <p:cNvSpPr txBox="1"/>
          <p:nvPr/>
        </p:nvSpPr>
        <p:spPr>
          <a:xfrm>
            <a:off x="4544567" y="4334256"/>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72" name="Rectangle 71">
            <a:extLst>
              <a:ext uri="{FF2B5EF4-FFF2-40B4-BE49-F238E27FC236}">
                <a16:creationId xmlns:a16="http://schemas.microsoft.com/office/drawing/2014/main" id="{F09B9206-9325-C66C-2389-FAADC28D10FA}"/>
              </a:ext>
            </a:extLst>
          </p:cNvPr>
          <p:cNvSpPr/>
          <p:nvPr/>
        </p:nvSpPr>
        <p:spPr>
          <a:xfrm>
            <a:off x="6126479" y="4270248"/>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7169DD87-B83F-076C-FDEA-87B950EDD1E8}"/>
              </a:ext>
            </a:extLst>
          </p:cNvPr>
          <p:cNvSpPr txBox="1"/>
          <p:nvPr/>
        </p:nvSpPr>
        <p:spPr>
          <a:xfrm>
            <a:off x="6144767" y="4334256"/>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74" name="Rectangle 73">
            <a:extLst>
              <a:ext uri="{FF2B5EF4-FFF2-40B4-BE49-F238E27FC236}">
                <a16:creationId xmlns:a16="http://schemas.microsoft.com/office/drawing/2014/main" id="{11B143D3-EBDF-82B0-3828-F185B3119972}"/>
              </a:ext>
            </a:extLst>
          </p:cNvPr>
          <p:cNvSpPr/>
          <p:nvPr/>
        </p:nvSpPr>
        <p:spPr>
          <a:xfrm>
            <a:off x="7726679" y="4270248"/>
            <a:ext cx="283464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763D168B-B4F4-5E06-527F-1876F797A7E9}"/>
              </a:ext>
            </a:extLst>
          </p:cNvPr>
          <p:cNvSpPr txBox="1"/>
          <p:nvPr/>
        </p:nvSpPr>
        <p:spPr>
          <a:xfrm>
            <a:off x="7744967" y="4334256"/>
            <a:ext cx="2798064" cy="329184"/>
          </a:xfrm>
          <a:prstGeom prst="rect">
            <a:avLst/>
          </a:prstGeom>
          <a:noFill/>
        </p:spPr>
        <p:txBody>
          <a:bodyPr wrap="square">
            <a:spAutoFit/>
          </a:bodyPr>
          <a:lstStyle/>
          <a:p>
            <a:pPr algn="ctr">
              <a:defRPr sz="1050" b="0">
                <a:solidFill>
                  <a:srgbClr val="141414"/>
                </a:solidFill>
                <a:latin typeface="Arial"/>
              </a:defRPr>
            </a:pPr>
            <a:r>
              <a:t>Yes</a:t>
            </a:r>
          </a:p>
        </p:txBody>
      </p:sp>
      <p:sp>
        <p:nvSpPr>
          <p:cNvPr id="76" name="Rectangle 75">
            <a:extLst>
              <a:ext uri="{FF2B5EF4-FFF2-40B4-BE49-F238E27FC236}">
                <a16:creationId xmlns:a16="http://schemas.microsoft.com/office/drawing/2014/main" id="{0F3F027B-5929-F799-A94B-4AEB00AEE5C8}"/>
              </a:ext>
            </a:extLst>
          </p:cNvPr>
          <p:cNvSpPr/>
          <p:nvPr/>
        </p:nvSpPr>
        <p:spPr>
          <a:xfrm>
            <a:off x="594360" y="4745736"/>
            <a:ext cx="233172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8F9A98ED-F16B-2C80-8752-F822E4D088D1}"/>
              </a:ext>
            </a:extLst>
          </p:cNvPr>
          <p:cNvSpPr txBox="1"/>
          <p:nvPr/>
        </p:nvSpPr>
        <p:spPr>
          <a:xfrm>
            <a:off x="612648" y="4809744"/>
            <a:ext cx="2295144" cy="329184"/>
          </a:xfrm>
          <a:prstGeom prst="rect">
            <a:avLst/>
          </a:prstGeom>
          <a:noFill/>
        </p:spPr>
        <p:txBody>
          <a:bodyPr wrap="square">
            <a:spAutoFit/>
          </a:bodyPr>
          <a:lstStyle/>
          <a:p>
            <a:pPr algn="ctr">
              <a:defRPr sz="1050" b="1">
                <a:solidFill>
                  <a:srgbClr val="141414"/>
                </a:solidFill>
                <a:latin typeface="Arial"/>
              </a:defRPr>
            </a:pPr>
            <a:r>
              <a:t>Educational localization</a:t>
            </a:r>
          </a:p>
        </p:txBody>
      </p:sp>
      <p:sp>
        <p:nvSpPr>
          <p:cNvPr id="78" name="Rectangle 77">
            <a:extLst>
              <a:ext uri="{FF2B5EF4-FFF2-40B4-BE49-F238E27FC236}">
                <a16:creationId xmlns:a16="http://schemas.microsoft.com/office/drawing/2014/main" id="{CF2C7F0F-4F49-EEE3-FEC5-EE88CCBE8384}"/>
              </a:ext>
            </a:extLst>
          </p:cNvPr>
          <p:cNvSpPr/>
          <p:nvPr/>
        </p:nvSpPr>
        <p:spPr>
          <a:xfrm>
            <a:off x="2926079" y="4745736"/>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DED203C5-F589-3058-696D-686994DF397A}"/>
              </a:ext>
            </a:extLst>
          </p:cNvPr>
          <p:cNvSpPr txBox="1"/>
          <p:nvPr/>
        </p:nvSpPr>
        <p:spPr>
          <a:xfrm>
            <a:off x="2944368" y="4809744"/>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80" name="Rectangle 79">
            <a:extLst>
              <a:ext uri="{FF2B5EF4-FFF2-40B4-BE49-F238E27FC236}">
                <a16:creationId xmlns:a16="http://schemas.microsoft.com/office/drawing/2014/main" id="{953DFA25-49CA-2825-3C67-A7724EF47C31}"/>
              </a:ext>
            </a:extLst>
          </p:cNvPr>
          <p:cNvSpPr/>
          <p:nvPr/>
        </p:nvSpPr>
        <p:spPr>
          <a:xfrm>
            <a:off x="4526279" y="4745736"/>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E96E03AC-3AB1-F28B-830E-3A97F70AE2FB}"/>
              </a:ext>
            </a:extLst>
          </p:cNvPr>
          <p:cNvSpPr txBox="1"/>
          <p:nvPr/>
        </p:nvSpPr>
        <p:spPr>
          <a:xfrm>
            <a:off x="4544567" y="4809744"/>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82" name="Rectangle 81">
            <a:extLst>
              <a:ext uri="{FF2B5EF4-FFF2-40B4-BE49-F238E27FC236}">
                <a16:creationId xmlns:a16="http://schemas.microsoft.com/office/drawing/2014/main" id="{AC2CDD55-DCEB-C74B-A0FD-AEB8C46F88FA}"/>
              </a:ext>
            </a:extLst>
          </p:cNvPr>
          <p:cNvSpPr/>
          <p:nvPr/>
        </p:nvSpPr>
        <p:spPr>
          <a:xfrm>
            <a:off x="6126479" y="4745736"/>
            <a:ext cx="160020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a:extLst>
              <a:ext uri="{FF2B5EF4-FFF2-40B4-BE49-F238E27FC236}">
                <a16:creationId xmlns:a16="http://schemas.microsoft.com/office/drawing/2014/main" id="{CD8709CB-8982-BE53-35B0-950F7C08A0C8}"/>
              </a:ext>
            </a:extLst>
          </p:cNvPr>
          <p:cNvSpPr txBox="1"/>
          <p:nvPr/>
        </p:nvSpPr>
        <p:spPr>
          <a:xfrm>
            <a:off x="6144767" y="4809744"/>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84" name="Rectangle 83">
            <a:extLst>
              <a:ext uri="{FF2B5EF4-FFF2-40B4-BE49-F238E27FC236}">
                <a16:creationId xmlns:a16="http://schemas.microsoft.com/office/drawing/2014/main" id="{DB44D472-1B12-0554-CF01-599344B4F8EC}"/>
              </a:ext>
            </a:extLst>
          </p:cNvPr>
          <p:cNvSpPr/>
          <p:nvPr/>
        </p:nvSpPr>
        <p:spPr>
          <a:xfrm>
            <a:off x="7726679" y="4745736"/>
            <a:ext cx="2834640" cy="475488"/>
          </a:xfrm>
          <a:prstGeom prst="rect">
            <a:avLst/>
          </a:prstGeom>
          <a:solidFill>
            <a:srgbClr val="F6F8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F5B244EC-41E3-81E0-8265-7B2734A0142A}"/>
              </a:ext>
            </a:extLst>
          </p:cNvPr>
          <p:cNvSpPr txBox="1"/>
          <p:nvPr/>
        </p:nvSpPr>
        <p:spPr>
          <a:xfrm>
            <a:off x="7744967" y="4809744"/>
            <a:ext cx="2798064" cy="329184"/>
          </a:xfrm>
          <a:prstGeom prst="rect">
            <a:avLst/>
          </a:prstGeom>
          <a:noFill/>
        </p:spPr>
        <p:txBody>
          <a:bodyPr wrap="square">
            <a:spAutoFit/>
          </a:bodyPr>
          <a:lstStyle/>
          <a:p>
            <a:pPr algn="ctr">
              <a:defRPr sz="1050" b="0">
                <a:solidFill>
                  <a:srgbClr val="141414"/>
                </a:solidFill>
                <a:latin typeface="Arial"/>
              </a:defRPr>
            </a:pPr>
            <a:r>
              <a:t>Primary design focus</a:t>
            </a:r>
          </a:p>
        </p:txBody>
      </p:sp>
      <p:sp>
        <p:nvSpPr>
          <p:cNvPr id="86" name="Rectangle 85">
            <a:extLst>
              <a:ext uri="{FF2B5EF4-FFF2-40B4-BE49-F238E27FC236}">
                <a16:creationId xmlns:a16="http://schemas.microsoft.com/office/drawing/2014/main" id="{7FC9DBC2-3983-00E2-5E83-B3ED409B397D}"/>
              </a:ext>
            </a:extLst>
          </p:cNvPr>
          <p:cNvSpPr/>
          <p:nvPr/>
        </p:nvSpPr>
        <p:spPr>
          <a:xfrm>
            <a:off x="594360" y="5221224"/>
            <a:ext cx="233172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a:extLst>
              <a:ext uri="{FF2B5EF4-FFF2-40B4-BE49-F238E27FC236}">
                <a16:creationId xmlns:a16="http://schemas.microsoft.com/office/drawing/2014/main" id="{5E8B1D78-A433-9847-0BEB-8F3BEF2734EA}"/>
              </a:ext>
            </a:extLst>
          </p:cNvPr>
          <p:cNvSpPr txBox="1"/>
          <p:nvPr/>
        </p:nvSpPr>
        <p:spPr>
          <a:xfrm>
            <a:off x="612648" y="5285232"/>
            <a:ext cx="2295144" cy="329184"/>
          </a:xfrm>
          <a:prstGeom prst="rect">
            <a:avLst/>
          </a:prstGeom>
          <a:noFill/>
        </p:spPr>
        <p:txBody>
          <a:bodyPr wrap="square">
            <a:spAutoFit/>
          </a:bodyPr>
          <a:lstStyle/>
          <a:p>
            <a:pPr algn="ctr">
              <a:defRPr sz="1050" b="1">
                <a:solidFill>
                  <a:srgbClr val="141414"/>
                </a:solidFill>
                <a:latin typeface="Arial"/>
              </a:defRPr>
            </a:pPr>
            <a:r>
              <a:t>Regional-language support</a:t>
            </a:r>
          </a:p>
        </p:txBody>
      </p:sp>
      <p:sp>
        <p:nvSpPr>
          <p:cNvPr id="88" name="Rectangle 87">
            <a:extLst>
              <a:ext uri="{FF2B5EF4-FFF2-40B4-BE49-F238E27FC236}">
                <a16:creationId xmlns:a16="http://schemas.microsoft.com/office/drawing/2014/main" id="{FA703EFF-C8D1-C337-A421-88DE6B28D779}"/>
              </a:ext>
            </a:extLst>
          </p:cNvPr>
          <p:cNvSpPr/>
          <p:nvPr/>
        </p:nvSpPr>
        <p:spPr>
          <a:xfrm>
            <a:off x="2926079" y="5221224"/>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a:extLst>
              <a:ext uri="{FF2B5EF4-FFF2-40B4-BE49-F238E27FC236}">
                <a16:creationId xmlns:a16="http://schemas.microsoft.com/office/drawing/2014/main" id="{65A6AA5A-9B6A-BCD0-907E-DD084BE59932}"/>
              </a:ext>
            </a:extLst>
          </p:cNvPr>
          <p:cNvSpPr txBox="1"/>
          <p:nvPr/>
        </p:nvSpPr>
        <p:spPr>
          <a:xfrm>
            <a:off x="2944368" y="5285232"/>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90" name="Rectangle 89">
            <a:extLst>
              <a:ext uri="{FF2B5EF4-FFF2-40B4-BE49-F238E27FC236}">
                <a16:creationId xmlns:a16="http://schemas.microsoft.com/office/drawing/2014/main" id="{237C2A94-3301-5F9D-6D2D-A6270CC5EE70}"/>
              </a:ext>
            </a:extLst>
          </p:cNvPr>
          <p:cNvSpPr/>
          <p:nvPr/>
        </p:nvSpPr>
        <p:spPr>
          <a:xfrm>
            <a:off x="4526279" y="5221224"/>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a:extLst>
              <a:ext uri="{FF2B5EF4-FFF2-40B4-BE49-F238E27FC236}">
                <a16:creationId xmlns:a16="http://schemas.microsoft.com/office/drawing/2014/main" id="{023A656E-423C-C197-D5B6-3CA693C99ECA}"/>
              </a:ext>
            </a:extLst>
          </p:cNvPr>
          <p:cNvSpPr txBox="1"/>
          <p:nvPr/>
        </p:nvSpPr>
        <p:spPr>
          <a:xfrm>
            <a:off x="4544567" y="5285232"/>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92" name="Rectangle 91">
            <a:extLst>
              <a:ext uri="{FF2B5EF4-FFF2-40B4-BE49-F238E27FC236}">
                <a16:creationId xmlns:a16="http://schemas.microsoft.com/office/drawing/2014/main" id="{67605A76-4171-8526-BBE7-C1009CC97B72}"/>
              </a:ext>
            </a:extLst>
          </p:cNvPr>
          <p:cNvSpPr/>
          <p:nvPr/>
        </p:nvSpPr>
        <p:spPr>
          <a:xfrm>
            <a:off x="6126479" y="5221224"/>
            <a:ext cx="160020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a:extLst>
              <a:ext uri="{FF2B5EF4-FFF2-40B4-BE49-F238E27FC236}">
                <a16:creationId xmlns:a16="http://schemas.microsoft.com/office/drawing/2014/main" id="{EF876865-4363-7590-6C42-14537D5D668C}"/>
              </a:ext>
            </a:extLst>
          </p:cNvPr>
          <p:cNvSpPr txBox="1"/>
          <p:nvPr/>
        </p:nvSpPr>
        <p:spPr>
          <a:xfrm>
            <a:off x="6144767" y="5285232"/>
            <a:ext cx="1563624" cy="329184"/>
          </a:xfrm>
          <a:prstGeom prst="rect">
            <a:avLst/>
          </a:prstGeom>
          <a:noFill/>
        </p:spPr>
        <p:txBody>
          <a:bodyPr wrap="square">
            <a:spAutoFit/>
          </a:bodyPr>
          <a:lstStyle/>
          <a:p>
            <a:pPr algn="ctr">
              <a:defRPr sz="1050" b="0">
                <a:solidFill>
                  <a:srgbClr val="141414"/>
                </a:solidFill>
                <a:latin typeface="Arial"/>
              </a:defRPr>
            </a:pPr>
            <a:r>
              <a:t>No</a:t>
            </a:r>
          </a:p>
        </p:txBody>
      </p:sp>
      <p:sp>
        <p:nvSpPr>
          <p:cNvPr id="94" name="Rectangle 93">
            <a:extLst>
              <a:ext uri="{FF2B5EF4-FFF2-40B4-BE49-F238E27FC236}">
                <a16:creationId xmlns:a16="http://schemas.microsoft.com/office/drawing/2014/main" id="{7CBCFC93-20BF-44BF-DF5D-A4EC153335E7}"/>
              </a:ext>
            </a:extLst>
          </p:cNvPr>
          <p:cNvSpPr/>
          <p:nvPr/>
        </p:nvSpPr>
        <p:spPr>
          <a:xfrm>
            <a:off x="7726679" y="5221224"/>
            <a:ext cx="2834640" cy="475488"/>
          </a:xfrm>
          <a:prstGeom prst="rect">
            <a:avLst/>
          </a:prstGeom>
          <a:solidFill>
            <a:srgbClr val="FFFFFF"/>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a:extLst>
              <a:ext uri="{FF2B5EF4-FFF2-40B4-BE49-F238E27FC236}">
                <a16:creationId xmlns:a16="http://schemas.microsoft.com/office/drawing/2014/main" id="{73536D41-0C59-21FD-B543-6B4BDA67377C}"/>
              </a:ext>
            </a:extLst>
          </p:cNvPr>
          <p:cNvSpPr txBox="1"/>
          <p:nvPr/>
        </p:nvSpPr>
        <p:spPr>
          <a:xfrm>
            <a:off x="7744967" y="5285232"/>
            <a:ext cx="2798064" cy="329184"/>
          </a:xfrm>
          <a:prstGeom prst="rect">
            <a:avLst/>
          </a:prstGeom>
          <a:noFill/>
        </p:spPr>
        <p:txBody>
          <a:bodyPr wrap="square">
            <a:spAutoFit/>
          </a:bodyPr>
          <a:lstStyle/>
          <a:p>
            <a:pPr algn="ctr">
              <a:defRPr sz="1050" b="0">
                <a:solidFill>
                  <a:srgbClr val="141414"/>
                </a:solidFill>
                <a:latin typeface="Arial"/>
              </a:defRPr>
            </a:pPr>
            <a:r>
              <a:t>Yes</a:t>
            </a:r>
          </a:p>
        </p:txBody>
      </p:sp>
    </p:spTree>
    <p:extLst>
      <p:ext uri="{BB962C8B-B14F-4D97-AF65-F5344CB8AC3E}">
        <p14:creationId xmlns:p14="http://schemas.microsoft.com/office/powerpoint/2010/main" val="4036717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t>Problem Statement</a:t>
            </a:r>
          </a:p>
        </p:txBody>
      </p:sp>
      <p:sp>
        <p:nvSpPr>
          <p:cNvPr id="4" name="TextBox 3"/>
          <p:cNvSpPr txBox="1"/>
          <p:nvPr/>
        </p:nvSpPr>
        <p:spPr>
          <a:xfrm>
            <a:off x="658368" y="1143000"/>
            <a:ext cx="6995160" cy="4078039"/>
          </a:xfrm>
          <a:prstGeom prst="rect">
            <a:avLst/>
          </a:prstGeom>
          <a:noFill/>
        </p:spPr>
        <p:txBody>
          <a:bodyPr wrap="square">
            <a:spAutoFit/>
          </a:bodyPr>
          <a:lstStyle/>
          <a:p>
            <a:pPr algn="just">
              <a:spcAft>
                <a:spcPts val="1000"/>
              </a:spcAft>
              <a:defRPr sz="1800">
                <a:solidFill>
                  <a:srgbClr val="141414"/>
                </a:solidFill>
                <a:latin typeface="Arial"/>
              </a:defRPr>
            </a:pPr>
            <a:r>
              <a:rPr dirty="0"/>
              <a:t>Most mainstream programming languages use English-based keywords and syntax, so beginners may need to learn programming logic and unfamiliar terminology at the same time.</a:t>
            </a:r>
          </a:p>
          <a:p>
            <a:pPr algn="just">
              <a:spcAft>
                <a:spcPts val="1000"/>
              </a:spcAft>
              <a:defRPr sz="1800">
                <a:solidFill>
                  <a:srgbClr val="141414"/>
                </a:solidFill>
                <a:latin typeface="Arial"/>
              </a:defRPr>
            </a:pPr>
            <a:r>
              <a:rPr dirty="0"/>
              <a:t>For Sindhi-speaking learners, this additional language dependency can make introductory programming concepts harder to understand.</a:t>
            </a:r>
          </a:p>
          <a:p>
            <a:pPr algn="just">
              <a:spcAft>
                <a:spcPts val="1000"/>
              </a:spcAft>
              <a:defRPr sz="1800">
                <a:solidFill>
                  <a:srgbClr val="141414"/>
                </a:solidFill>
                <a:latin typeface="Arial"/>
              </a:defRPr>
            </a:pPr>
            <a:r>
              <a:rPr dirty="0"/>
              <a:t>Available programming environments provide very limited support for programming directly with Sindhi keywords and Unicode Sindhi syntax.</a:t>
            </a:r>
          </a:p>
          <a:p>
            <a:pPr algn="just">
              <a:spcAft>
                <a:spcPts val="1000"/>
              </a:spcAft>
              <a:defRPr sz="1800">
                <a:solidFill>
                  <a:srgbClr val="141414"/>
                </a:solidFill>
                <a:latin typeface="Arial"/>
              </a:defRPr>
            </a:pPr>
            <a:r>
              <a:rPr dirty="0"/>
              <a:t>The identified research gap is a complete Sindhi programming environment combining lexical analysis, token management, interpreter execution, Unicode processing and educational programming features.</a:t>
            </a:r>
          </a:p>
        </p:txBody>
      </p:sp>
      <p:sp>
        <p:nvSpPr>
          <p:cNvPr id="5" name="Rounded Rectangle 4"/>
          <p:cNvSpPr/>
          <p:nvPr/>
        </p:nvSpPr>
        <p:spPr>
          <a:xfrm>
            <a:off x="8001000" y="1417320"/>
            <a:ext cx="3246120" cy="713232"/>
          </a:xfrm>
          <a:prstGeom prst="roundRect">
            <a:avLst/>
          </a:prstGeom>
          <a:solidFill>
            <a:srgbClr val="F5F7F9"/>
          </a:solidFill>
          <a:ln>
            <a:solidFill>
              <a:srgbClr val="20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22B46"/>
                </a:solidFill>
                <a:latin typeface="Arial"/>
              </a:defRPr>
            </a:pPr>
            <a:r>
              <a:t>English-based syntax</a:t>
            </a:r>
          </a:p>
        </p:txBody>
      </p:sp>
      <p:sp>
        <p:nvSpPr>
          <p:cNvPr id="6" name="Rounded Rectangle 5"/>
          <p:cNvSpPr/>
          <p:nvPr/>
        </p:nvSpPr>
        <p:spPr>
          <a:xfrm>
            <a:off x="8001000" y="2514600"/>
            <a:ext cx="3246120" cy="713232"/>
          </a:xfrm>
          <a:prstGeom prst="roundRect">
            <a:avLst/>
          </a:prstGeom>
          <a:solidFill>
            <a:srgbClr val="F5F7F9"/>
          </a:solidFill>
          <a:ln>
            <a:solidFill>
              <a:srgbClr val="006F7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22B46"/>
                </a:solidFill>
                <a:latin typeface="Arial"/>
              </a:defRPr>
            </a:pPr>
            <a:r>
              <a:t>Additional language dependency</a:t>
            </a:r>
          </a:p>
        </p:txBody>
      </p:sp>
      <p:sp>
        <p:nvSpPr>
          <p:cNvPr id="7" name="Rounded Rectangle 6"/>
          <p:cNvSpPr/>
          <p:nvPr/>
        </p:nvSpPr>
        <p:spPr>
          <a:xfrm>
            <a:off x="8001000" y="3611880"/>
            <a:ext cx="3246120" cy="713232"/>
          </a:xfrm>
          <a:prstGeom prst="roundRect">
            <a:avLst/>
          </a:prstGeom>
          <a:solidFill>
            <a:srgbClr val="F5F7F9"/>
          </a:solidFill>
          <a:ln>
            <a:solidFill>
              <a:srgbClr val="122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22B46"/>
                </a:solidFill>
                <a:latin typeface="Arial"/>
              </a:defRPr>
            </a:pPr>
            <a:r>
              <a:t>Learning barrier</a:t>
            </a:r>
          </a:p>
        </p:txBody>
      </p:sp>
      <p:sp>
        <p:nvSpPr>
          <p:cNvPr id="8" name="Rounded Rectangle 7"/>
          <p:cNvSpPr/>
          <p:nvPr/>
        </p:nvSpPr>
        <p:spPr>
          <a:xfrm>
            <a:off x="8001000" y="4709160"/>
            <a:ext cx="3246120" cy="713232"/>
          </a:xfrm>
          <a:prstGeom prst="roundRect">
            <a:avLst/>
          </a:prstGeom>
          <a:solidFill>
            <a:srgbClr val="F5F7F9"/>
          </a:solidFill>
          <a:ln>
            <a:solidFill>
              <a:srgbClr val="006F7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22B46"/>
                </a:solidFill>
                <a:latin typeface="Arial"/>
              </a:defRPr>
            </a:pPr>
            <a:r>
              <a:t>Limited localized tools</a:t>
            </a:r>
          </a:p>
        </p:txBody>
      </p:sp>
      <p:sp>
        <p:nvSpPr>
          <p:cNvPr id="9" name="TextBox 8"/>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t>Aim &amp; Objectives</a:t>
            </a:r>
          </a:p>
        </p:txBody>
      </p:sp>
      <p:sp>
        <p:nvSpPr>
          <p:cNvPr id="4" name="Rounded Rectangle 3"/>
          <p:cNvSpPr/>
          <p:nvPr/>
        </p:nvSpPr>
        <p:spPr>
          <a:xfrm>
            <a:off x="640080" y="1097280"/>
            <a:ext cx="10927080" cy="1234440"/>
          </a:xfrm>
          <a:prstGeom prst="roundRect">
            <a:avLst/>
          </a:prstGeom>
          <a:solidFill>
            <a:srgbClr val="F5F7F9"/>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097280"/>
            <a:ext cx="64008" cy="1234440"/>
          </a:xfrm>
          <a:prstGeom prst="rect">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207007"/>
            <a:ext cx="10597896" cy="310896"/>
          </a:xfrm>
          <a:prstGeom prst="rect">
            <a:avLst/>
          </a:prstGeom>
          <a:noFill/>
        </p:spPr>
        <p:txBody>
          <a:bodyPr wrap="none">
            <a:spAutoFit/>
          </a:bodyPr>
          <a:lstStyle/>
          <a:p>
            <a:pPr>
              <a:defRPr sz="1700" b="1">
                <a:solidFill>
                  <a:srgbClr val="122B46"/>
                </a:solidFill>
                <a:latin typeface="Arial"/>
              </a:defRPr>
            </a:pPr>
            <a:r>
              <a:t>Aim</a:t>
            </a:r>
          </a:p>
        </p:txBody>
      </p:sp>
      <p:sp>
        <p:nvSpPr>
          <p:cNvPr id="7" name="TextBox 6"/>
          <p:cNvSpPr txBox="1"/>
          <p:nvPr/>
        </p:nvSpPr>
        <p:spPr>
          <a:xfrm>
            <a:off x="822959" y="1591056"/>
            <a:ext cx="10597896" cy="667512"/>
          </a:xfrm>
          <a:prstGeom prst="rect">
            <a:avLst/>
          </a:prstGeom>
          <a:noFill/>
        </p:spPr>
        <p:txBody>
          <a:bodyPr wrap="square">
            <a:spAutoFit/>
          </a:bodyPr>
          <a:lstStyle/>
          <a:p>
            <a:pPr>
              <a:defRPr sz="1900">
                <a:solidFill>
                  <a:srgbClr val="141414"/>
                </a:solidFill>
                <a:latin typeface="Arial"/>
              </a:defRPr>
            </a:pPr>
            <a:r>
              <a:t>Design and develop a functional Sindhi Programming Language Interpreter that enables users to write, analyze and execute programs using Sindhi syntax.</a:t>
            </a:r>
          </a:p>
        </p:txBody>
      </p:sp>
      <p:sp>
        <p:nvSpPr>
          <p:cNvPr id="8" name="TextBox 7"/>
          <p:cNvSpPr txBox="1"/>
          <p:nvPr/>
        </p:nvSpPr>
        <p:spPr>
          <a:xfrm>
            <a:off x="777240" y="2697480"/>
            <a:ext cx="5257800" cy="2008242"/>
          </a:xfrm>
          <a:prstGeom prst="rect">
            <a:avLst/>
          </a:prstGeom>
          <a:noFill/>
        </p:spPr>
        <p:txBody>
          <a:bodyPr wrap="square">
            <a:spAutoFit/>
          </a:bodyPr>
          <a:lstStyle/>
          <a:p>
            <a:pPr marL="285750" indent="-285750">
              <a:spcAft>
                <a:spcPts val="900"/>
              </a:spcAft>
              <a:buFont typeface="Arial" panose="020B0604020202020204" pitchFamily="34" charset="0"/>
              <a:buChar char="•"/>
              <a:defRPr sz="1700">
                <a:solidFill>
                  <a:srgbClr val="141414"/>
                </a:solidFill>
                <a:latin typeface="Arial"/>
              </a:defRPr>
            </a:pPr>
            <a:r>
              <a:rPr lang="en-US" dirty="0"/>
              <a:t>Design a programming language using Sindhi keywords.</a:t>
            </a:r>
          </a:p>
          <a:p>
            <a:pPr marL="285750" indent="-285750">
              <a:spcAft>
                <a:spcPts val="900"/>
              </a:spcAft>
              <a:buFont typeface="Arial" panose="020B0604020202020204" pitchFamily="34" charset="0"/>
              <a:buChar char="•"/>
              <a:defRPr sz="1700">
                <a:solidFill>
                  <a:srgbClr val="141414"/>
                </a:solidFill>
                <a:latin typeface="Arial"/>
              </a:defRPr>
            </a:pPr>
            <a:r>
              <a:rPr lang="en-US" dirty="0"/>
              <a:t>Implement a Unicode-compatible lexical analyzer.</a:t>
            </a:r>
          </a:p>
          <a:p>
            <a:pPr marL="285750" indent="-285750">
              <a:spcAft>
                <a:spcPts val="900"/>
              </a:spcAft>
              <a:buFont typeface="Arial" panose="020B0604020202020204" pitchFamily="34" charset="0"/>
              <a:buChar char="•"/>
              <a:defRPr sz="1700">
                <a:solidFill>
                  <a:srgbClr val="141414"/>
                </a:solidFill>
                <a:latin typeface="Arial"/>
              </a:defRPr>
            </a:pPr>
            <a:r>
              <a:rPr lang="en-US" dirty="0"/>
              <a:t>Develop an efficient token management system.</a:t>
            </a:r>
          </a:p>
          <a:p>
            <a:pPr marL="285750" indent="-285750">
              <a:spcAft>
                <a:spcPts val="900"/>
              </a:spcAft>
              <a:buFont typeface="Arial" panose="020B0604020202020204" pitchFamily="34" charset="0"/>
              <a:buChar char="•"/>
              <a:defRPr sz="1700">
                <a:solidFill>
                  <a:srgbClr val="141414"/>
                </a:solidFill>
                <a:latin typeface="Arial"/>
              </a:defRPr>
            </a:pPr>
            <a:r>
              <a:rPr lang="en-US" dirty="0"/>
              <a:t>Design an interpreter for executing Sindhi programs.</a:t>
            </a:r>
            <a:endParaRPr dirty="0"/>
          </a:p>
        </p:txBody>
      </p:sp>
      <p:sp>
        <p:nvSpPr>
          <p:cNvPr id="9" name="TextBox 8"/>
          <p:cNvSpPr txBox="1"/>
          <p:nvPr/>
        </p:nvSpPr>
        <p:spPr>
          <a:xfrm>
            <a:off x="6217920" y="2697480"/>
            <a:ext cx="5166360" cy="2154436"/>
          </a:xfrm>
          <a:prstGeom prst="rect">
            <a:avLst/>
          </a:prstGeom>
          <a:noFill/>
        </p:spPr>
        <p:txBody>
          <a:bodyPr wrap="square">
            <a:spAutoFit/>
          </a:bodyPr>
          <a:lstStyle/>
          <a:p>
            <a:pPr marL="285750" indent="-285750">
              <a:spcAft>
                <a:spcPts val="900"/>
              </a:spcAft>
              <a:buFont typeface="Arial" panose="020B0604020202020204" pitchFamily="34" charset="0"/>
              <a:buChar char="•"/>
              <a:defRPr sz="1700">
                <a:solidFill>
                  <a:srgbClr val="141414"/>
                </a:solidFill>
                <a:latin typeface="Arial"/>
              </a:defRPr>
            </a:pPr>
            <a:r>
              <a:rPr dirty="0"/>
              <a:t>Support variables, expressions, loops and conditions.</a:t>
            </a:r>
          </a:p>
          <a:p>
            <a:pPr marL="285750" indent="-285750">
              <a:spcAft>
                <a:spcPts val="900"/>
              </a:spcAft>
              <a:buFont typeface="Arial" panose="020B0604020202020204" pitchFamily="34" charset="0"/>
              <a:buChar char="•"/>
              <a:defRPr sz="1700">
                <a:solidFill>
                  <a:srgbClr val="141414"/>
                </a:solidFill>
                <a:latin typeface="Arial"/>
              </a:defRPr>
            </a:pPr>
            <a:r>
              <a:rPr dirty="0"/>
              <a:t>Simplify programming education for Sindhi-speaking students.</a:t>
            </a:r>
          </a:p>
          <a:p>
            <a:pPr marL="285750" indent="-285750">
              <a:spcAft>
                <a:spcPts val="900"/>
              </a:spcAft>
              <a:buFont typeface="Arial" panose="020B0604020202020204" pitchFamily="34" charset="0"/>
              <a:buChar char="•"/>
              <a:defRPr sz="1700">
                <a:solidFill>
                  <a:srgbClr val="141414"/>
                </a:solidFill>
                <a:latin typeface="Arial"/>
              </a:defRPr>
            </a:pPr>
            <a:r>
              <a:rPr dirty="0"/>
              <a:t>Promote regional-language computing and provide a foundation for future compiler research.</a:t>
            </a:r>
          </a:p>
        </p:txBody>
      </p:sp>
      <p:sp>
        <p:nvSpPr>
          <p:cNvPr id="10" name="TextBox 9"/>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rPr dirty="0"/>
              <a:t>Methodology</a:t>
            </a:r>
          </a:p>
        </p:txBody>
      </p:sp>
      <p:sp>
        <p:nvSpPr>
          <p:cNvPr id="4" name="Rounded Rectangle 3"/>
          <p:cNvSpPr/>
          <p:nvPr/>
        </p:nvSpPr>
        <p:spPr>
          <a:xfrm>
            <a:off x="594359" y="1622952"/>
            <a:ext cx="10927081" cy="1664777"/>
          </a:xfrm>
          <a:prstGeom prst="roundRect">
            <a:avLst/>
          </a:prstGeom>
          <a:solidFill>
            <a:srgbClr val="F5F7F9"/>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622954"/>
            <a:ext cx="45719" cy="1664776"/>
          </a:xfrm>
          <a:prstGeom prst="rect">
            <a:avLst/>
          </a:prstGeom>
          <a:solidFill>
            <a:srgbClr val="20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161288"/>
            <a:ext cx="7850226" cy="461665"/>
          </a:xfrm>
          <a:prstGeom prst="rect">
            <a:avLst/>
          </a:prstGeom>
          <a:noFill/>
        </p:spPr>
        <p:txBody>
          <a:bodyPr wrap="none">
            <a:spAutoFit/>
          </a:bodyPr>
          <a:lstStyle/>
          <a:p>
            <a:pPr>
              <a:defRPr sz="1700" b="1">
                <a:solidFill>
                  <a:srgbClr val="122B46"/>
                </a:solidFill>
                <a:latin typeface="Arial"/>
              </a:defRPr>
            </a:pPr>
            <a:r>
              <a:rPr sz="2400" dirty="0"/>
              <a:t>Research Design — Design Science Research (DSR)</a:t>
            </a:r>
          </a:p>
        </p:txBody>
      </p:sp>
      <p:sp>
        <p:nvSpPr>
          <p:cNvPr id="7" name="TextBox 6"/>
          <p:cNvSpPr txBox="1"/>
          <p:nvPr/>
        </p:nvSpPr>
        <p:spPr>
          <a:xfrm>
            <a:off x="721726" y="1836152"/>
            <a:ext cx="10442140" cy="1077218"/>
          </a:xfrm>
          <a:prstGeom prst="rect">
            <a:avLst/>
          </a:prstGeom>
          <a:noFill/>
        </p:spPr>
        <p:txBody>
          <a:bodyPr wrap="square">
            <a:spAutoFit/>
          </a:bodyPr>
          <a:lstStyle/>
          <a:p>
            <a:pPr algn="just">
              <a:defRPr sz="1600">
                <a:solidFill>
                  <a:srgbClr val="141414"/>
                </a:solidFill>
                <a:latin typeface="Arial"/>
              </a:defRPr>
            </a:pPr>
            <a:r>
              <a:rPr lang="en-US" dirty="0"/>
              <a:t>The project follows the </a:t>
            </a:r>
            <a:r>
              <a:rPr lang="en-US" b="1" dirty="0"/>
              <a:t>Design Science Research (DSR)</a:t>
            </a:r>
            <a:r>
              <a:rPr lang="en-US" dirty="0"/>
              <a:t> methodology, where a technological artifact is designed, implemented, and evaluated to address a specific practical problem. In this project, the artifact is the </a:t>
            </a:r>
            <a:r>
              <a:rPr lang="en-US" b="1" dirty="0"/>
              <a:t>Latif Ji Boli programming environment</a:t>
            </a:r>
            <a:r>
              <a:rPr lang="en-US" dirty="0"/>
              <a:t>, developed to address the limited availability of programming environments that support Sindhi syntax and Unicode Sindhi text.</a:t>
            </a:r>
            <a:endParaRPr dirty="0"/>
          </a:p>
        </p:txBody>
      </p:sp>
      <p:sp>
        <p:nvSpPr>
          <p:cNvPr id="12" name="TextBox 11"/>
          <p:cNvSpPr txBox="1"/>
          <p:nvPr/>
        </p:nvSpPr>
        <p:spPr>
          <a:xfrm>
            <a:off x="577972" y="4236615"/>
            <a:ext cx="4146904" cy="461665"/>
          </a:xfrm>
          <a:prstGeom prst="rect">
            <a:avLst/>
          </a:prstGeom>
          <a:noFill/>
        </p:spPr>
        <p:txBody>
          <a:bodyPr wrap="none">
            <a:spAutoFit/>
          </a:bodyPr>
          <a:lstStyle/>
          <a:p>
            <a:pPr>
              <a:defRPr sz="1600" b="1">
                <a:solidFill>
                  <a:srgbClr val="122B46"/>
                </a:solidFill>
                <a:latin typeface="Arial"/>
              </a:defRPr>
            </a:pPr>
            <a:r>
              <a:rPr sz="2400" dirty="0"/>
              <a:t>RESEARCH / DSR STAGES</a:t>
            </a:r>
          </a:p>
        </p:txBody>
      </p:sp>
      <p:sp>
        <p:nvSpPr>
          <p:cNvPr id="13" name="Rounded Rectangle 12"/>
          <p:cNvSpPr/>
          <p:nvPr/>
        </p:nvSpPr>
        <p:spPr>
          <a:xfrm>
            <a:off x="656485" y="5018320"/>
            <a:ext cx="960120" cy="960120"/>
          </a:xfrm>
          <a:prstGeom prst="roundRect">
            <a:avLst/>
          </a:prstGeom>
          <a:solidFill>
            <a:srgbClr val="F5F7F9"/>
          </a:solidFill>
          <a:ln>
            <a:solidFill>
              <a:srgbClr val="20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204E79"/>
                </a:solidFill>
                <a:latin typeface="Arial"/>
              </a:defRPr>
            </a:pPr>
            <a:r>
              <a:rPr dirty="0"/>
              <a:t>1</a:t>
            </a:r>
          </a:p>
        </p:txBody>
      </p:sp>
      <p:sp>
        <p:nvSpPr>
          <p:cNvPr id="15" name="Rounded Rectangle 14"/>
          <p:cNvSpPr/>
          <p:nvPr/>
        </p:nvSpPr>
        <p:spPr>
          <a:xfrm>
            <a:off x="1760803" y="5018320"/>
            <a:ext cx="960120" cy="960120"/>
          </a:xfrm>
          <a:prstGeom prst="roundRect">
            <a:avLst/>
          </a:prstGeom>
          <a:solidFill>
            <a:srgbClr val="F5F7F9"/>
          </a:solidFill>
          <a:ln>
            <a:solidFill>
              <a:srgbClr val="20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204E79"/>
                </a:solidFill>
                <a:latin typeface="Arial"/>
              </a:defRPr>
            </a:pPr>
            <a:r>
              <a:rPr dirty="0"/>
              <a:t>2</a:t>
            </a:r>
          </a:p>
        </p:txBody>
      </p:sp>
      <p:sp>
        <p:nvSpPr>
          <p:cNvPr id="16" name="TextBox 15"/>
          <p:cNvSpPr txBox="1"/>
          <p:nvPr/>
        </p:nvSpPr>
        <p:spPr>
          <a:xfrm>
            <a:off x="1682036" y="6309360"/>
            <a:ext cx="1125629" cy="430887"/>
          </a:xfrm>
          <a:prstGeom prst="rect">
            <a:avLst/>
          </a:prstGeom>
          <a:noFill/>
        </p:spPr>
        <p:txBody>
          <a:bodyPr wrap="none">
            <a:spAutoFit/>
          </a:bodyPr>
          <a:lstStyle/>
          <a:p>
            <a:pPr algn="ctr">
              <a:defRPr sz="1100" b="1">
                <a:solidFill>
                  <a:srgbClr val="5A6269"/>
                </a:solidFill>
                <a:latin typeface="Arial"/>
              </a:defRPr>
            </a:pPr>
            <a:r>
              <a:rPr lang="en-US" dirty="0"/>
              <a:t>Requirements</a:t>
            </a:r>
          </a:p>
          <a:p>
            <a:pPr algn="ctr">
              <a:defRPr sz="1100" b="1">
                <a:solidFill>
                  <a:srgbClr val="5A6269"/>
                </a:solidFill>
                <a:latin typeface="Arial"/>
              </a:defRPr>
            </a:pPr>
            <a:endParaRPr dirty="0"/>
          </a:p>
        </p:txBody>
      </p:sp>
      <p:sp>
        <p:nvSpPr>
          <p:cNvPr id="17" name="Rounded Rectangle 16"/>
          <p:cNvSpPr/>
          <p:nvPr/>
        </p:nvSpPr>
        <p:spPr>
          <a:xfrm>
            <a:off x="2865121" y="5018320"/>
            <a:ext cx="960120" cy="960120"/>
          </a:xfrm>
          <a:prstGeom prst="roundRect">
            <a:avLst/>
          </a:prstGeom>
          <a:solidFill>
            <a:srgbClr val="F5F7F9"/>
          </a:solidFill>
          <a:ln>
            <a:solidFill>
              <a:srgbClr val="20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204E79"/>
                </a:solidFill>
                <a:latin typeface="Arial"/>
              </a:defRPr>
            </a:pPr>
            <a:r>
              <a:t>3</a:t>
            </a:r>
          </a:p>
        </p:txBody>
      </p:sp>
      <p:sp>
        <p:nvSpPr>
          <p:cNvPr id="18" name="TextBox 17"/>
          <p:cNvSpPr txBox="1"/>
          <p:nvPr/>
        </p:nvSpPr>
        <p:spPr>
          <a:xfrm>
            <a:off x="2807665" y="6308532"/>
            <a:ext cx="1234440" cy="320040"/>
          </a:xfrm>
          <a:prstGeom prst="rect">
            <a:avLst/>
          </a:prstGeom>
          <a:noFill/>
        </p:spPr>
        <p:txBody>
          <a:bodyPr wrap="none">
            <a:spAutoFit/>
          </a:bodyPr>
          <a:lstStyle/>
          <a:p>
            <a:pPr algn="ctr">
              <a:defRPr sz="1100" b="1">
                <a:solidFill>
                  <a:srgbClr val="5A6269"/>
                </a:solidFill>
                <a:latin typeface="Arial"/>
              </a:defRPr>
            </a:pPr>
            <a:r>
              <a:rPr dirty="0"/>
              <a:t>System Design</a:t>
            </a:r>
          </a:p>
        </p:txBody>
      </p:sp>
      <p:sp>
        <p:nvSpPr>
          <p:cNvPr id="19" name="Rounded Rectangle 18"/>
          <p:cNvSpPr/>
          <p:nvPr/>
        </p:nvSpPr>
        <p:spPr>
          <a:xfrm>
            <a:off x="4017265" y="5018320"/>
            <a:ext cx="960120" cy="960120"/>
          </a:xfrm>
          <a:prstGeom prst="roundRect">
            <a:avLst/>
          </a:prstGeom>
          <a:solidFill>
            <a:srgbClr val="F5F7F9"/>
          </a:solidFill>
          <a:ln>
            <a:solidFill>
              <a:srgbClr val="20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204E79"/>
                </a:solidFill>
                <a:latin typeface="Arial"/>
              </a:defRPr>
            </a:pPr>
            <a:r>
              <a:t>4</a:t>
            </a:r>
          </a:p>
        </p:txBody>
      </p:sp>
      <p:sp>
        <p:nvSpPr>
          <p:cNvPr id="20" name="TextBox 19"/>
          <p:cNvSpPr txBox="1"/>
          <p:nvPr/>
        </p:nvSpPr>
        <p:spPr>
          <a:xfrm>
            <a:off x="3946311" y="6308532"/>
            <a:ext cx="1301959" cy="261610"/>
          </a:xfrm>
          <a:prstGeom prst="rect">
            <a:avLst/>
          </a:prstGeom>
          <a:noFill/>
        </p:spPr>
        <p:txBody>
          <a:bodyPr wrap="none">
            <a:spAutoFit/>
          </a:bodyPr>
          <a:lstStyle/>
          <a:p>
            <a:pPr algn="ctr">
              <a:defRPr sz="1100" b="1">
                <a:solidFill>
                  <a:srgbClr val="5A6269"/>
                </a:solidFill>
                <a:latin typeface="Arial"/>
              </a:defRPr>
            </a:pPr>
            <a:r>
              <a:rPr lang="en-US" dirty="0"/>
              <a:t>  </a:t>
            </a:r>
            <a:r>
              <a:rPr dirty="0"/>
              <a:t>Implementation</a:t>
            </a:r>
          </a:p>
        </p:txBody>
      </p:sp>
      <p:sp>
        <p:nvSpPr>
          <p:cNvPr id="21" name="Rounded Rectangle 20"/>
          <p:cNvSpPr/>
          <p:nvPr/>
        </p:nvSpPr>
        <p:spPr>
          <a:xfrm>
            <a:off x="5169409" y="5018320"/>
            <a:ext cx="960120" cy="960120"/>
          </a:xfrm>
          <a:prstGeom prst="roundRect">
            <a:avLst/>
          </a:prstGeom>
          <a:solidFill>
            <a:srgbClr val="F5F7F9"/>
          </a:solidFill>
          <a:ln>
            <a:solidFill>
              <a:srgbClr val="20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204E79"/>
                </a:solidFill>
                <a:latin typeface="Arial"/>
              </a:defRPr>
            </a:pPr>
            <a:r>
              <a:rPr dirty="0"/>
              <a:t>5</a:t>
            </a:r>
          </a:p>
        </p:txBody>
      </p:sp>
      <p:sp>
        <p:nvSpPr>
          <p:cNvPr id="22" name="TextBox 21"/>
          <p:cNvSpPr txBox="1"/>
          <p:nvPr/>
        </p:nvSpPr>
        <p:spPr>
          <a:xfrm>
            <a:off x="5306266" y="6265592"/>
            <a:ext cx="686406" cy="430887"/>
          </a:xfrm>
          <a:prstGeom prst="rect">
            <a:avLst/>
          </a:prstGeom>
          <a:noFill/>
        </p:spPr>
        <p:txBody>
          <a:bodyPr wrap="none">
            <a:spAutoFit/>
          </a:bodyPr>
          <a:lstStyle/>
          <a:p>
            <a:pPr algn="ctr">
              <a:defRPr sz="1100" b="1">
                <a:solidFill>
                  <a:srgbClr val="5A6269"/>
                </a:solidFill>
                <a:latin typeface="Arial"/>
              </a:defRPr>
            </a:pPr>
            <a:r>
              <a:rPr lang="en-US" dirty="0"/>
              <a:t>Testing</a:t>
            </a:r>
          </a:p>
          <a:p>
            <a:pPr algn="ctr">
              <a:defRPr sz="1100" b="1">
                <a:solidFill>
                  <a:srgbClr val="5A6269"/>
                </a:solidFill>
                <a:latin typeface="Arial"/>
              </a:defRPr>
            </a:pPr>
            <a:endParaRPr dirty="0"/>
          </a:p>
        </p:txBody>
      </p:sp>
      <p:sp>
        <p:nvSpPr>
          <p:cNvPr id="39" name="TextBox 38"/>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4</a:t>
            </a:r>
          </a:p>
        </p:txBody>
      </p:sp>
      <p:sp>
        <p:nvSpPr>
          <p:cNvPr id="40" name="TextBox 39">
            <a:extLst>
              <a:ext uri="{FF2B5EF4-FFF2-40B4-BE49-F238E27FC236}">
                <a16:creationId xmlns:a16="http://schemas.microsoft.com/office/drawing/2014/main" id="{510A0357-77CC-42D1-74B8-F33BBC85B62E}"/>
              </a:ext>
            </a:extLst>
          </p:cNvPr>
          <p:cNvSpPr txBox="1"/>
          <p:nvPr/>
        </p:nvSpPr>
        <p:spPr>
          <a:xfrm>
            <a:off x="626364" y="6309360"/>
            <a:ext cx="1097280" cy="274320"/>
          </a:xfrm>
          <a:prstGeom prst="rect">
            <a:avLst/>
          </a:prstGeom>
          <a:noFill/>
        </p:spPr>
        <p:txBody>
          <a:bodyPr wrap="square">
            <a:spAutoFit/>
          </a:bodyPr>
          <a:lstStyle/>
          <a:p>
            <a:pPr algn="ctr">
              <a:defRPr sz="1100" b="1">
                <a:solidFill>
                  <a:srgbClr val="5A6269"/>
                </a:solidFill>
                <a:latin typeface="Arial"/>
              </a:defRPr>
            </a:pPr>
            <a:r>
              <a:rPr dirty="0"/>
              <a:t>Problem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29EAB1-328F-FC68-678E-6DC56FAC49F6}"/>
              </a:ext>
            </a:extLst>
          </p:cNvPr>
          <p:cNvSpPr txBox="1"/>
          <p:nvPr/>
        </p:nvSpPr>
        <p:spPr>
          <a:xfrm>
            <a:off x="613881" y="470435"/>
            <a:ext cx="6097712" cy="538609"/>
          </a:xfrm>
          <a:prstGeom prst="rect">
            <a:avLst/>
          </a:prstGeom>
          <a:noFill/>
        </p:spPr>
        <p:txBody>
          <a:bodyPr wrap="square">
            <a:spAutoFit/>
          </a:bodyPr>
          <a:lstStyle/>
          <a:p>
            <a:pPr>
              <a:defRPr sz="2900" b="1">
                <a:solidFill>
                  <a:srgbClr val="122B46"/>
                </a:solidFill>
                <a:latin typeface="Arial"/>
              </a:defRPr>
            </a:pPr>
            <a:r>
              <a:rPr lang="en-US" dirty="0"/>
              <a:t>Methodology</a:t>
            </a:r>
          </a:p>
        </p:txBody>
      </p:sp>
      <p:sp>
        <p:nvSpPr>
          <p:cNvPr id="4" name="Rectangle 3">
            <a:extLst>
              <a:ext uri="{FF2B5EF4-FFF2-40B4-BE49-F238E27FC236}">
                <a16:creationId xmlns:a16="http://schemas.microsoft.com/office/drawing/2014/main" id="{FB9459AB-E28B-B4C5-EB52-5594CB509FDD}"/>
              </a:ext>
            </a:extLst>
          </p:cNvPr>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700CF959-A4CA-8C11-88F4-BA2814FC7AAD}"/>
              </a:ext>
            </a:extLst>
          </p:cNvPr>
          <p:cNvSpPr txBox="1"/>
          <p:nvPr/>
        </p:nvSpPr>
        <p:spPr>
          <a:xfrm>
            <a:off x="572785" y="1211067"/>
            <a:ext cx="6138808" cy="400110"/>
          </a:xfrm>
          <a:prstGeom prst="rect">
            <a:avLst/>
          </a:prstGeom>
          <a:noFill/>
        </p:spPr>
        <p:txBody>
          <a:bodyPr wrap="square">
            <a:spAutoFit/>
          </a:bodyPr>
          <a:lstStyle/>
          <a:p>
            <a:pPr>
              <a:defRPr sz="1700" b="1">
                <a:solidFill>
                  <a:srgbClr val="122B46"/>
                </a:solidFill>
                <a:latin typeface="Arial"/>
              </a:defRPr>
            </a:pPr>
            <a:r>
              <a:rPr lang="en-US" sz="2000" dirty="0"/>
              <a:t>Software Development — Incremental Model</a:t>
            </a:r>
          </a:p>
        </p:txBody>
      </p:sp>
      <p:sp>
        <p:nvSpPr>
          <p:cNvPr id="9" name="Rounded Rectangle 7"/>
          <p:cNvSpPr/>
          <p:nvPr/>
        </p:nvSpPr>
        <p:spPr>
          <a:xfrm>
            <a:off x="572785" y="1587523"/>
            <a:ext cx="10954819" cy="1517904"/>
          </a:xfrm>
          <a:prstGeom prst="roundRect">
            <a:avLst/>
          </a:prstGeom>
          <a:solidFill>
            <a:srgbClr val="F5F7F9"/>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just">
              <a:defRPr sz="1600">
                <a:solidFill>
                  <a:srgbClr val="141414"/>
                </a:solidFill>
                <a:latin typeface="Arial"/>
              </a:defRPr>
            </a:pPr>
            <a:r>
              <a:rPr lang="en-US" dirty="0"/>
              <a:t>For software development, the project follows the </a:t>
            </a:r>
            <a:r>
              <a:rPr lang="en-US" b="1" dirty="0"/>
              <a:t>Incremental Model</a:t>
            </a:r>
            <a:r>
              <a:rPr lang="en-US" dirty="0"/>
              <a:t>, where the programming environment is developed through separate functional increments instead of implementing the complete system at once. Each component is developed and tested independently before being integrated with the other components. This approach makes it easier to identify errors, verify individual components, and progressively build the complete interpreter.</a:t>
            </a:r>
          </a:p>
        </p:txBody>
      </p:sp>
      <p:sp>
        <p:nvSpPr>
          <p:cNvPr id="11" name="TextBox 10">
            <a:extLst>
              <a:ext uri="{FF2B5EF4-FFF2-40B4-BE49-F238E27FC236}">
                <a16:creationId xmlns:a16="http://schemas.microsoft.com/office/drawing/2014/main" id="{025971A5-27DC-4D78-9CD8-4CF2692DB3C4}"/>
              </a:ext>
            </a:extLst>
          </p:cNvPr>
          <p:cNvSpPr txBox="1"/>
          <p:nvPr/>
        </p:nvSpPr>
        <p:spPr>
          <a:xfrm>
            <a:off x="613881" y="3590571"/>
            <a:ext cx="6138808" cy="338554"/>
          </a:xfrm>
          <a:prstGeom prst="rect">
            <a:avLst/>
          </a:prstGeom>
          <a:noFill/>
        </p:spPr>
        <p:txBody>
          <a:bodyPr wrap="square">
            <a:spAutoFit/>
          </a:bodyPr>
          <a:lstStyle/>
          <a:p>
            <a:pPr>
              <a:defRPr sz="1600" b="1">
                <a:solidFill>
                  <a:srgbClr val="122B46"/>
                </a:solidFill>
                <a:latin typeface="Arial"/>
              </a:defRPr>
            </a:pPr>
            <a:r>
              <a:rPr lang="en-US" dirty="0"/>
              <a:t>INCREMENTAL DEVELOPMENT</a:t>
            </a:r>
          </a:p>
        </p:txBody>
      </p:sp>
      <p:sp>
        <p:nvSpPr>
          <p:cNvPr id="12" name="Rectangle 11"/>
          <p:cNvSpPr/>
          <p:nvPr/>
        </p:nvSpPr>
        <p:spPr>
          <a:xfrm>
            <a:off x="600388" y="1688107"/>
            <a:ext cx="64008" cy="1417320"/>
          </a:xfrm>
          <a:prstGeom prst="rect">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747120" y="3949468"/>
            <a:ext cx="1600200" cy="274320"/>
          </a:xfrm>
          <a:prstGeom prst="rect">
            <a:avLst/>
          </a:prstGeom>
          <a:noFill/>
        </p:spPr>
        <p:txBody>
          <a:bodyPr wrap="none">
            <a:spAutoFit/>
          </a:bodyPr>
          <a:lstStyle/>
          <a:p>
            <a:pPr>
              <a:defRPr sz="1400" b="1">
                <a:solidFill>
                  <a:srgbClr val="122B46"/>
                </a:solidFill>
                <a:latin typeface="Arial"/>
              </a:defRPr>
            </a:pPr>
            <a:r>
              <a:t>Lexer</a:t>
            </a:r>
          </a:p>
        </p:txBody>
      </p:sp>
      <p:sp>
        <p:nvSpPr>
          <p:cNvPr id="26" name="TextBox 25"/>
          <p:cNvSpPr txBox="1"/>
          <p:nvPr/>
        </p:nvSpPr>
        <p:spPr>
          <a:xfrm>
            <a:off x="3301600" y="3949468"/>
            <a:ext cx="3063240" cy="384048"/>
          </a:xfrm>
          <a:prstGeom prst="rect">
            <a:avLst/>
          </a:prstGeom>
          <a:noFill/>
        </p:spPr>
        <p:txBody>
          <a:bodyPr wrap="none">
            <a:spAutoFit/>
          </a:bodyPr>
          <a:lstStyle/>
          <a:p>
            <a:pPr>
              <a:defRPr sz="1300">
                <a:solidFill>
                  <a:srgbClr val="141414"/>
                </a:solidFill>
                <a:latin typeface="Arial"/>
              </a:defRPr>
            </a:pPr>
            <a:r>
              <a:t>Unicode scanning + tokenization</a:t>
            </a:r>
          </a:p>
        </p:txBody>
      </p:sp>
      <p:sp>
        <p:nvSpPr>
          <p:cNvPr id="28" name="TextBox 27"/>
          <p:cNvSpPr txBox="1"/>
          <p:nvPr/>
        </p:nvSpPr>
        <p:spPr>
          <a:xfrm>
            <a:off x="1747120" y="4516396"/>
            <a:ext cx="1600200" cy="274320"/>
          </a:xfrm>
          <a:prstGeom prst="rect">
            <a:avLst/>
          </a:prstGeom>
          <a:noFill/>
        </p:spPr>
        <p:txBody>
          <a:bodyPr wrap="none">
            <a:spAutoFit/>
          </a:bodyPr>
          <a:lstStyle/>
          <a:p>
            <a:pPr>
              <a:defRPr sz="1400" b="1">
                <a:solidFill>
                  <a:srgbClr val="122B46"/>
                </a:solidFill>
                <a:latin typeface="Arial"/>
              </a:defRPr>
            </a:pPr>
            <a:r>
              <a:t>Token Manager</a:t>
            </a:r>
          </a:p>
        </p:txBody>
      </p:sp>
      <p:sp>
        <p:nvSpPr>
          <p:cNvPr id="29" name="TextBox 28"/>
          <p:cNvSpPr txBox="1"/>
          <p:nvPr/>
        </p:nvSpPr>
        <p:spPr>
          <a:xfrm>
            <a:off x="3301600" y="4516396"/>
            <a:ext cx="3063240" cy="384048"/>
          </a:xfrm>
          <a:prstGeom prst="rect">
            <a:avLst/>
          </a:prstGeom>
          <a:noFill/>
        </p:spPr>
        <p:txBody>
          <a:bodyPr wrap="none">
            <a:spAutoFit/>
          </a:bodyPr>
          <a:lstStyle/>
          <a:p>
            <a:pPr>
              <a:defRPr sz="1300">
                <a:solidFill>
                  <a:srgbClr val="141414"/>
                </a:solidFill>
                <a:latin typeface="Arial"/>
              </a:defRPr>
            </a:pPr>
            <a:r>
              <a:t>Type/value/location storage</a:t>
            </a:r>
          </a:p>
        </p:txBody>
      </p:sp>
      <p:sp>
        <p:nvSpPr>
          <p:cNvPr id="31" name="TextBox 30"/>
          <p:cNvSpPr txBox="1"/>
          <p:nvPr/>
        </p:nvSpPr>
        <p:spPr>
          <a:xfrm>
            <a:off x="1747120" y="5083324"/>
            <a:ext cx="1600200" cy="274320"/>
          </a:xfrm>
          <a:prstGeom prst="rect">
            <a:avLst/>
          </a:prstGeom>
          <a:noFill/>
        </p:spPr>
        <p:txBody>
          <a:bodyPr wrap="none">
            <a:spAutoFit/>
          </a:bodyPr>
          <a:lstStyle/>
          <a:p>
            <a:pPr>
              <a:defRPr sz="1400" b="1">
                <a:solidFill>
                  <a:srgbClr val="122B46"/>
                </a:solidFill>
                <a:latin typeface="Arial"/>
              </a:defRPr>
            </a:pPr>
            <a:r>
              <a:t>Interpreter</a:t>
            </a:r>
          </a:p>
        </p:txBody>
      </p:sp>
      <p:sp>
        <p:nvSpPr>
          <p:cNvPr id="32" name="TextBox 31"/>
          <p:cNvSpPr txBox="1"/>
          <p:nvPr/>
        </p:nvSpPr>
        <p:spPr>
          <a:xfrm>
            <a:off x="3301600" y="5083324"/>
            <a:ext cx="3063240" cy="384048"/>
          </a:xfrm>
          <a:prstGeom prst="rect">
            <a:avLst/>
          </a:prstGeom>
          <a:noFill/>
        </p:spPr>
        <p:txBody>
          <a:bodyPr wrap="none">
            <a:spAutoFit/>
          </a:bodyPr>
          <a:lstStyle/>
          <a:p>
            <a:pPr>
              <a:defRPr sz="1300">
                <a:solidFill>
                  <a:srgbClr val="141414"/>
                </a:solidFill>
                <a:latin typeface="Arial"/>
              </a:defRPr>
            </a:pPr>
            <a:r>
              <a:t>Variables + expressions + control flow</a:t>
            </a:r>
          </a:p>
        </p:txBody>
      </p:sp>
      <p:sp>
        <p:nvSpPr>
          <p:cNvPr id="34" name="TextBox 33"/>
          <p:cNvSpPr txBox="1"/>
          <p:nvPr/>
        </p:nvSpPr>
        <p:spPr>
          <a:xfrm>
            <a:off x="1747120" y="5650252"/>
            <a:ext cx="1600200" cy="274320"/>
          </a:xfrm>
          <a:prstGeom prst="rect">
            <a:avLst/>
          </a:prstGeom>
          <a:noFill/>
        </p:spPr>
        <p:txBody>
          <a:bodyPr wrap="none">
            <a:spAutoFit/>
          </a:bodyPr>
          <a:lstStyle/>
          <a:p>
            <a:pPr>
              <a:defRPr sz="1400" b="1">
                <a:solidFill>
                  <a:srgbClr val="122B46"/>
                </a:solidFill>
                <a:latin typeface="Arial"/>
              </a:defRPr>
            </a:pPr>
            <a:r>
              <a:t>Integration</a:t>
            </a:r>
          </a:p>
        </p:txBody>
      </p:sp>
      <p:sp>
        <p:nvSpPr>
          <p:cNvPr id="35" name="TextBox 34"/>
          <p:cNvSpPr txBox="1"/>
          <p:nvPr/>
        </p:nvSpPr>
        <p:spPr>
          <a:xfrm>
            <a:off x="3301600" y="5650252"/>
            <a:ext cx="3063240" cy="384048"/>
          </a:xfrm>
          <a:prstGeom prst="rect">
            <a:avLst/>
          </a:prstGeom>
          <a:noFill/>
        </p:spPr>
        <p:txBody>
          <a:bodyPr wrap="none">
            <a:spAutoFit/>
          </a:bodyPr>
          <a:lstStyle/>
          <a:p>
            <a:pPr>
              <a:defRPr sz="1300">
                <a:solidFill>
                  <a:srgbClr val="141414"/>
                </a:solidFill>
                <a:latin typeface="Arial"/>
              </a:defRPr>
            </a:pPr>
            <a:r>
              <a:t>Spring Boot + Angular</a:t>
            </a:r>
          </a:p>
        </p:txBody>
      </p:sp>
      <p:sp>
        <p:nvSpPr>
          <p:cNvPr id="37" name="TextBox 36"/>
          <p:cNvSpPr txBox="1"/>
          <p:nvPr/>
        </p:nvSpPr>
        <p:spPr>
          <a:xfrm>
            <a:off x="1747120" y="6217180"/>
            <a:ext cx="1600200" cy="274320"/>
          </a:xfrm>
          <a:prstGeom prst="rect">
            <a:avLst/>
          </a:prstGeom>
          <a:noFill/>
        </p:spPr>
        <p:txBody>
          <a:bodyPr wrap="none">
            <a:spAutoFit/>
          </a:bodyPr>
          <a:lstStyle/>
          <a:p>
            <a:pPr>
              <a:defRPr sz="1400" b="1">
                <a:solidFill>
                  <a:srgbClr val="122B46"/>
                </a:solidFill>
                <a:latin typeface="Arial"/>
              </a:defRPr>
            </a:pPr>
            <a:r>
              <a:t>Testing</a:t>
            </a:r>
          </a:p>
        </p:txBody>
      </p:sp>
      <p:sp>
        <p:nvSpPr>
          <p:cNvPr id="38" name="TextBox 37"/>
          <p:cNvSpPr txBox="1"/>
          <p:nvPr/>
        </p:nvSpPr>
        <p:spPr>
          <a:xfrm>
            <a:off x="3301600" y="6217180"/>
            <a:ext cx="3063240" cy="384048"/>
          </a:xfrm>
          <a:prstGeom prst="rect">
            <a:avLst/>
          </a:prstGeom>
          <a:noFill/>
        </p:spPr>
        <p:txBody>
          <a:bodyPr wrap="none">
            <a:spAutoFit/>
          </a:bodyPr>
          <a:lstStyle/>
          <a:p>
            <a:pPr>
              <a:defRPr sz="1300">
                <a:solidFill>
                  <a:srgbClr val="141414"/>
                </a:solidFill>
                <a:latin typeface="Arial"/>
              </a:defRPr>
            </a:pPr>
            <a:r>
              <a:t>Unit + integration + execution tests</a:t>
            </a:r>
          </a:p>
        </p:txBody>
      </p:sp>
      <p:sp>
        <p:nvSpPr>
          <p:cNvPr id="24" name="Oval 23"/>
          <p:cNvSpPr/>
          <p:nvPr/>
        </p:nvSpPr>
        <p:spPr>
          <a:xfrm>
            <a:off x="967826" y="3922036"/>
            <a:ext cx="438912" cy="438912"/>
          </a:xfrm>
          <a:prstGeom prst="ellipse">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1</a:t>
            </a:r>
          </a:p>
        </p:txBody>
      </p:sp>
      <p:sp>
        <p:nvSpPr>
          <p:cNvPr id="27" name="Oval 26"/>
          <p:cNvSpPr/>
          <p:nvPr/>
        </p:nvSpPr>
        <p:spPr>
          <a:xfrm>
            <a:off x="967826" y="4461532"/>
            <a:ext cx="438912" cy="438912"/>
          </a:xfrm>
          <a:prstGeom prst="ellipse">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rPr lang="en-PK" dirty="0"/>
              <a:t>2</a:t>
            </a:r>
            <a:endParaRPr dirty="0"/>
          </a:p>
        </p:txBody>
      </p:sp>
      <p:sp>
        <p:nvSpPr>
          <p:cNvPr id="30" name="Oval 29"/>
          <p:cNvSpPr/>
          <p:nvPr/>
        </p:nvSpPr>
        <p:spPr>
          <a:xfrm>
            <a:off x="959607" y="5033165"/>
            <a:ext cx="438912" cy="438912"/>
          </a:xfrm>
          <a:prstGeom prst="ellipse">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3</a:t>
            </a:r>
          </a:p>
        </p:txBody>
      </p:sp>
      <p:sp>
        <p:nvSpPr>
          <p:cNvPr id="33" name="Oval 32"/>
          <p:cNvSpPr/>
          <p:nvPr/>
        </p:nvSpPr>
        <p:spPr>
          <a:xfrm>
            <a:off x="959607" y="5572661"/>
            <a:ext cx="438912" cy="438912"/>
          </a:xfrm>
          <a:prstGeom prst="ellipse">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rPr dirty="0"/>
              <a:t>4</a:t>
            </a:r>
          </a:p>
        </p:txBody>
      </p:sp>
      <p:sp>
        <p:nvSpPr>
          <p:cNvPr id="36" name="Oval 35"/>
          <p:cNvSpPr/>
          <p:nvPr/>
        </p:nvSpPr>
        <p:spPr>
          <a:xfrm>
            <a:off x="959607" y="6134884"/>
            <a:ext cx="438912" cy="438912"/>
          </a:xfrm>
          <a:prstGeom prst="ellipse">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5</a:t>
            </a:r>
          </a:p>
        </p:txBody>
      </p:sp>
    </p:spTree>
    <p:extLst>
      <p:ext uri="{BB962C8B-B14F-4D97-AF65-F5344CB8AC3E}">
        <p14:creationId xmlns:p14="http://schemas.microsoft.com/office/powerpoint/2010/main" val="3412580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t>Implementation</a:t>
            </a:r>
          </a:p>
        </p:txBody>
      </p:sp>
      <p:sp>
        <p:nvSpPr>
          <p:cNvPr id="24" name="TextBox 23"/>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5</a:t>
            </a:r>
          </a:p>
        </p:txBody>
      </p:sp>
      <p:pic>
        <p:nvPicPr>
          <p:cNvPr id="25" name="Picture 24" descr="image.png"/>
          <p:cNvPicPr>
            <a:picLocks noChangeAspect="1"/>
          </p:cNvPicPr>
          <p:nvPr/>
        </p:nvPicPr>
        <p:blipFill>
          <a:blip r:embed="rId2"/>
          <a:stretch>
            <a:fillRect/>
          </a:stretch>
        </p:blipFill>
        <p:spPr>
          <a:xfrm>
            <a:off x="0" y="1758114"/>
            <a:ext cx="11521440" cy="3838014"/>
          </a:xfrm>
          <a:prstGeom prst="rect">
            <a:avLst/>
          </a:prstGeom>
        </p:spPr>
      </p:pic>
      <p:sp>
        <p:nvSpPr>
          <p:cNvPr id="4" name="TextBox 3"/>
          <p:cNvSpPr txBox="1"/>
          <p:nvPr/>
        </p:nvSpPr>
        <p:spPr>
          <a:xfrm>
            <a:off x="3741848" y="5361055"/>
            <a:ext cx="5029200" cy="274320"/>
          </a:xfrm>
          <a:prstGeom prst="rect">
            <a:avLst/>
          </a:prstGeom>
          <a:noFill/>
        </p:spPr>
        <p:txBody>
          <a:bodyPr wrap="none">
            <a:spAutoFit/>
          </a:bodyPr>
          <a:lstStyle/>
          <a:p>
            <a:pPr algn="ctr">
              <a:defRPr sz="1100" b="1">
                <a:solidFill>
                  <a:srgbClr val="5A6269"/>
                </a:solidFill>
                <a:latin typeface="Arial"/>
              </a:defRPr>
            </a:pPr>
            <a:r>
              <a:t>Compiler processing pipeline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024F1B-3385-2AFA-6644-C4FF3368C587}"/>
              </a:ext>
            </a:extLst>
          </p:cNvPr>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99CBFB88-7E1F-3157-43BF-5E3A23C772C1}"/>
              </a:ext>
            </a:extLst>
          </p:cNvPr>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t>Implementation</a:t>
            </a:r>
          </a:p>
        </p:txBody>
      </p:sp>
      <p:sp>
        <p:nvSpPr>
          <p:cNvPr id="6" name="Rounded Rectangle 7">
            <a:extLst>
              <a:ext uri="{FF2B5EF4-FFF2-40B4-BE49-F238E27FC236}">
                <a16:creationId xmlns:a16="http://schemas.microsoft.com/office/drawing/2014/main" id="{7AD8BA98-166B-D818-942D-E5EC2F0FD52B}"/>
              </a:ext>
            </a:extLst>
          </p:cNvPr>
          <p:cNvSpPr/>
          <p:nvPr/>
        </p:nvSpPr>
        <p:spPr>
          <a:xfrm>
            <a:off x="816864" y="1024127"/>
            <a:ext cx="10704576" cy="2841007"/>
          </a:xfrm>
          <a:prstGeom prst="roundRect">
            <a:avLst/>
          </a:prstGeom>
          <a:solidFill>
            <a:srgbClr val="F5F7F9"/>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543B6042-35B7-0A88-328B-0CA189724763}"/>
              </a:ext>
            </a:extLst>
          </p:cNvPr>
          <p:cNvSpPr/>
          <p:nvPr/>
        </p:nvSpPr>
        <p:spPr>
          <a:xfrm>
            <a:off x="816864" y="1069847"/>
            <a:ext cx="45719" cy="2515833"/>
          </a:xfrm>
          <a:prstGeom prst="rect">
            <a:avLst/>
          </a:prstGeom>
          <a:solidFill>
            <a:srgbClr val="20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C98B4CC-50FE-7217-CDD5-7991BDFEB8AE}"/>
              </a:ext>
            </a:extLst>
          </p:cNvPr>
          <p:cNvSpPr txBox="1"/>
          <p:nvPr/>
        </p:nvSpPr>
        <p:spPr>
          <a:xfrm>
            <a:off x="1029779" y="1115568"/>
            <a:ext cx="10345357" cy="400110"/>
          </a:xfrm>
          <a:prstGeom prst="rect">
            <a:avLst/>
          </a:prstGeom>
          <a:noFill/>
        </p:spPr>
        <p:txBody>
          <a:bodyPr wrap="square">
            <a:spAutoFit/>
          </a:bodyPr>
          <a:lstStyle/>
          <a:p>
            <a:pPr>
              <a:defRPr sz="1600" b="1">
                <a:solidFill>
                  <a:srgbClr val="122B46"/>
                </a:solidFill>
                <a:latin typeface="Arial"/>
              </a:defRPr>
            </a:pPr>
            <a:r>
              <a:rPr sz="2000" dirty="0"/>
              <a:t>1. Lexical Analyzer</a:t>
            </a:r>
          </a:p>
        </p:txBody>
      </p:sp>
      <p:sp>
        <p:nvSpPr>
          <p:cNvPr id="9" name="TextBox 8">
            <a:extLst>
              <a:ext uri="{FF2B5EF4-FFF2-40B4-BE49-F238E27FC236}">
                <a16:creationId xmlns:a16="http://schemas.microsoft.com/office/drawing/2014/main" id="{E9AA9EDF-4028-A402-75F3-5C826D95E1FB}"/>
              </a:ext>
            </a:extLst>
          </p:cNvPr>
          <p:cNvSpPr txBox="1"/>
          <p:nvPr/>
        </p:nvSpPr>
        <p:spPr>
          <a:xfrm>
            <a:off x="1387011" y="1646985"/>
            <a:ext cx="9822095" cy="1569660"/>
          </a:xfrm>
          <a:prstGeom prst="rect">
            <a:avLst/>
          </a:prstGeom>
          <a:noFill/>
        </p:spPr>
        <p:txBody>
          <a:bodyPr wrap="square">
            <a:spAutoFit/>
          </a:bodyPr>
          <a:lstStyle/>
          <a:p>
            <a:pPr algn="just">
              <a:defRPr sz="1400">
                <a:solidFill>
                  <a:srgbClr val="141414"/>
                </a:solidFill>
                <a:latin typeface="Arial"/>
              </a:defRPr>
            </a:pPr>
            <a:r>
              <a:rPr lang="en-US" sz="1600" dirty="0"/>
              <a:t>The </a:t>
            </a:r>
            <a:r>
              <a:rPr lang="en-US" sz="1600" b="1" dirty="0"/>
              <a:t>Lexical Analyzer</a:t>
            </a:r>
            <a:r>
              <a:rPr lang="en-US" sz="1600" dirty="0"/>
              <a:t>, or Lexer, is the first major component of Latif Ji Boli. Its main responsibility is to read the Sindhi source code character by character and identify meaningful programming elements. It recognizes </a:t>
            </a:r>
            <a:r>
              <a:rPr lang="en-US" sz="1600" b="1" dirty="0"/>
              <a:t>Sindhi keywords, identifiers, numbers, strings, operators, punctuation, and Unicode Sindhi characters</a:t>
            </a:r>
            <a:r>
              <a:rPr lang="en-US" sz="1600" dirty="0"/>
              <a:t>. After identifying these elements, the Lexer converts them into structured tokens that can be processed by the next stage of the interpreter. It also detects invalid or unsupported characters and reports lexical errors with relevant source locations.</a:t>
            </a:r>
            <a:endParaRPr sz="1600" dirty="0"/>
          </a:p>
        </p:txBody>
      </p:sp>
      <p:sp>
        <p:nvSpPr>
          <p:cNvPr id="10" name="Rounded Rectangle 11">
            <a:extLst>
              <a:ext uri="{FF2B5EF4-FFF2-40B4-BE49-F238E27FC236}">
                <a16:creationId xmlns:a16="http://schemas.microsoft.com/office/drawing/2014/main" id="{4DB3224A-6F9D-D957-D2B0-33E24761D117}"/>
              </a:ext>
            </a:extLst>
          </p:cNvPr>
          <p:cNvSpPr/>
          <p:nvPr/>
        </p:nvSpPr>
        <p:spPr>
          <a:xfrm>
            <a:off x="849330" y="3996441"/>
            <a:ext cx="10704576" cy="2669535"/>
          </a:xfrm>
          <a:prstGeom prst="roundRect">
            <a:avLst/>
          </a:prstGeom>
          <a:solidFill>
            <a:srgbClr val="F5F7F9"/>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B7849C27-C72C-4A77-8165-1405C78F9C50}"/>
              </a:ext>
            </a:extLst>
          </p:cNvPr>
          <p:cNvSpPr/>
          <p:nvPr/>
        </p:nvSpPr>
        <p:spPr>
          <a:xfrm>
            <a:off x="830683" y="4197608"/>
            <a:ext cx="45719" cy="2386072"/>
          </a:xfrm>
          <a:prstGeom prst="rect">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F0AC5256-2D39-5C03-7C63-F833FB881A6D}"/>
              </a:ext>
            </a:extLst>
          </p:cNvPr>
          <p:cNvSpPr txBox="1"/>
          <p:nvPr/>
        </p:nvSpPr>
        <p:spPr>
          <a:xfrm>
            <a:off x="993306" y="4115405"/>
            <a:ext cx="2844240" cy="400110"/>
          </a:xfrm>
          <a:prstGeom prst="rect">
            <a:avLst/>
          </a:prstGeom>
          <a:noFill/>
        </p:spPr>
        <p:txBody>
          <a:bodyPr wrap="none">
            <a:spAutoFit/>
          </a:bodyPr>
          <a:lstStyle/>
          <a:p>
            <a:pPr>
              <a:defRPr sz="1600" b="1">
                <a:solidFill>
                  <a:srgbClr val="122B46"/>
                </a:solidFill>
                <a:latin typeface="Arial"/>
              </a:defRPr>
            </a:pPr>
            <a:r>
              <a:rPr sz="2000" dirty="0"/>
              <a:t>2. Token Management</a:t>
            </a:r>
          </a:p>
        </p:txBody>
      </p:sp>
      <p:sp>
        <p:nvSpPr>
          <p:cNvPr id="13" name="TextBox 12">
            <a:extLst>
              <a:ext uri="{FF2B5EF4-FFF2-40B4-BE49-F238E27FC236}">
                <a16:creationId xmlns:a16="http://schemas.microsoft.com/office/drawing/2014/main" id="{C51A981A-5730-C241-A79C-75A85A0760FB}"/>
              </a:ext>
            </a:extLst>
          </p:cNvPr>
          <p:cNvSpPr txBox="1"/>
          <p:nvPr/>
        </p:nvSpPr>
        <p:spPr>
          <a:xfrm>
            <a:off x="1387011" y="4508689"/>
            <a:ext cx="9683910" cy="1815882"/>
          </a:xfrm>
          <a:prstGeom prst="rect">
            <a:avLst/>
          </a:prstGeom>
          <a:noFill/>
        </p:spPr>
        <p:txBody>
          <a:bodyPr wrap="square">
            <a:spAutoFit/>
          </a:bodyPr>
          <a:lstStyle/>
          <a:p>
            <a:pPr algn="just">
              <a:defRPr sz="1400">
                <a:solidFill>
                  <a:srgbClr val="141414"/>
                </a:solidFill>
                <a:latin typeface="Arial"/>
              </a:defRPr>
            </a:pPr>
            <a:endParaRPr lang="en-US" sz="1600" dirty="0"/>
          </a:p>
          <a:p>
            <a:pPr algn="just">
              <a:defRPr sz="1400">
                <a:solidFill>
                  <a:srgbClr val="141414"/>
                </a:solidFill>
                <a:latin typeface="Arial"/>
              </a:defRPr>
            </a:pPr>
            <a:r>
              <a:rPr lang="en-US" sz="1600" dirty="0"/>
              <a:t>The </a:t>
            </a:r>
            <a:r>
              <a:rPr lang="en-US" sz="1600" b="1" dirty="0"/>
              <a:t>Token Management</a:t>
            </a:r>
            <a:r>
              <a:rPr lang="en-US" sz="1600" dirty="0"/>
              <a:t> component is responsible for organizing and storing the tokens generated by the Lexer. Each token contains important information such as its </a:t>
            </a:r>
            <a:r>
              <a:rPr lang="en-US" sz="1600" b="1" dirty="0"/>
              <a:t>token type, actual value, line number, and column number</a:t>
            </a:r>
            <a:r>
              <a:rPr lang="en-US" sz="1600" dirty="0"/>
              <a:t>. This information allows the interpreter to understand what each part of the source code represents and where it appears in the program. Token management also helps maintain the correct order of tokens so that the interpreter can process the Sindhi program accurately and provide meaningful error locations when an invalid statement is encountered.</a:t>
            </a:r>
            <a:endParaRPr sz="1600" dirty="0"/>
          </a:p>
        </p:txBody>
      </p:sp>
      <p:sp>
        <p:nvSpPr>
          <p:cNvPr id="22" name="TextBox 21">
            <a:extLst>
              <a:ext uri="{FF2B5EF4-FFF2-40B4-BE49-F238E27FC236}">
                <a16:creationId xmlns:a16="http://schemas.microsoft.com/office/drawing/2014/main" id="{1E852B74-5256-ECD6-7032-7E73C1079B4E}"/>
              </a:ext>
            </a:extLst>
          </p:cNvPr>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5</a:t>
            </a:r>
          </a:p>
        </p:txBody>
      </p:sp>
    </p:spTree>
    <p:extLst>
      <p:ext uri="{BB962C8B-B14F-4D97-AF65-F5344CB8AC3E}">
        <p14:creationId xmlns:p14="http://schemas.microsoft.com/office/powerpoint/2010/main" val="3437734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062CA6-1EEB-4CC8-39C3-9968FF13CDF4}"/>
              </a:ext>
            </a:extLst>
          </p:cNvPr>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71C6D83-7DD0-3830-11A1-C7ECF9641C81}"/>
              </a:ext>
            </a:extLst>
          </p:cNvPr>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t>Implementation</a:t>
            </a:r>
          </a:p>
        </p:txBody>
      </p:sp>
      <p:sp>
        <p:nvSpPr>
          <p:cNvPr id="14" name="Rounded Rectangle 15">
            <a:extLst>
              <a:ext uri="{FF2B5EF4-FFF2-40B4-BE49-F238E27FC236}">
                <a16:creationId xmlns:a16="http://schemas.microsoft.com/office/drawing/2014/main" id="{3B0D7418-41E7-608F-90F4-82D526C137C0}"/>
              </a:ext>
            </a:extLst>
          </p:cNvPr>
          <p:cNvSpPr/>
          <p:nvPr/>
        </p:nvSpPr>
        <p:spPr>
          <a:xfrm>
            <a:off x="568776" y="1073853"/>
            <a:ext cx="10806359" cy="2244699"/>
          </a:xfrm>
          <a:prstGeom prst="roundRect">
            <a:avLst/>
          </a:prstGeom>
          <a:solidFill>
            <a:srgbClr val="F5F7F9"/>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Rectangle 14">
            <a:extLst>
              <a:ext uri="{FF2B5EF4-FFF2-40B4-BE49-F238E27FC236}">
                <a16:creationId xmlns:a16="http://schemas.microsoft.com/office/drawing/2014/main" id="{CF220168-F1F8-2633-E673-7463EAEBA55F}"/>
              </a:ext>
            </a:extLst>
          </p:cNvPr>
          <p:cNvSpPr/>
          <p:nvPr/>
        </p:nvSpPr>
        <p:spPr>
          <a:xfrm>
            <a:off x="502920" y="1408175"/>
            <a:ext cx="65856" cy="1766539"/>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736CBA79-56AC-57F5-D60D-ECA5DBE31D70}"/>
              </a:ext>
            </a:extLst>
          </p:cNvPr>
          <p:cNvSpPr txBox="1"/>
          <p:nvPr/>
        </p:nvSpPr>
        <p:spPr>
          <a:xfrm>
            <a:off x="816865" y="1048991"/>
            <a:ext cx="1749197" cy="400110"/>
          </a:xfrm>
          <a:prstGeom prst="rect">
            <a:avLst/>
          </a:prstGeom>
          <a:noFill/>
        </p:spPr>
        <p:txBody>
          <a:bodyPr wrap="none">
            <a:spAutoFit/>
          </a:bodyPr>
          <a:lstStyle/>
          <a:p>
            <a:pPr>
              <a:defRPr sz="1600" b="1">
                <a:solidFill>
                  <a:srgbClr val="122B46"/>
                </a:solidFill>
                <a:latin typeface="Arial"/>
              </a:defRPr>
            </a:pPr>
            <a:r>
              <a:rPr lang="en-US" sz="2000" dirty="0"/>
              <a:t>3. Interpreter</a:t>
            </a:r>
          </a:p>
        </p:txBody>
      </p:sp>
      <p:sp>
        <p:nvSpPr>
          <p:cNvPr id="17" name="TextBox 16">
            <a:extLst>
              <a:ext uri="{FF2B5EF4-FFF2-40B4-BE49-F238E27FC236}">
                <a16:creationId xmlns:a16="http://schemas.microsoft.com/office/drawing/2014/main" id="{E649ACCF-11D4-9B13-1BD6-AEC20C0EDB25}"/>
              </a:ext>
            </a:extLst>
          </p:cNvPr>
          <p:cNvSpPr txBox="1"/>
          <p:nvPr/>
        </p:nvSpPr>
        <p:spPr>
          <a:xfrm>
            <a:off x="1150705" y="1450043"/>
            <a:ext cx="9822095" cy="1569660"/>
          </a:xfrm>
          <a:prstGeom prst="rect">
            <a:avLst/>
          </a:prstGeom>
          <a:noFill/>
        </p:spPr>
        <p:txBody>
          <a:bodyPr wrap="square">
            <a:spAutoFit/>
          </a:bodyPr>
          <a:lstStyle/>
          <a:p>
            <a:pPr algn="just">
              <a:defRPr sz="1400">
                <a:solidFill>
                  <a:srgbClr val="141414"/>
                </a:solidFill>
                <a:latin typeface="Arial"/>
              </a:defRPr>
            </a:pPr>
            <a:r>
              <a:rPr lang="en-US" sz="1600" dirty="0"/>
              <a:t>The </a:t>
            </a:r>
            <a:r>
              <a:rPr lang="en-US" sz="1600" b="1" dirty="0"/>
              <a:t>Interpreter</a:t>
            </a:r>
            <a:r>
              <a:rPr lang="en-US" sz="1600" dirty="0"/>
              <a:t> is the core execution component of Latif Ji Boli. It receives the tokens generated by the Lexer and Token Management components and processes them according to the rules of the Sindhi programming language. The interpreter manages </a:t>
            </a:r>
            <a:r>
              <a:rPr lang="en-US" sz="1600" b="1" dirty="0"/>
              <a:t>variables, assignments, arithmetic and logical expressions, conditional statements, loops, and output operations</a:t>
            </a:r>
            <a:r>
              <a:rPr lang="en-US" sz="1600" dirty="0"/>
              <a:t>. It maintains program state through a symbol table and evaluates expressions to produce the expected results. It also detects runtime problems such as undeclared variables, invalid expressions, and division by zero.</a:t>
            </a:r>
            <a:endParaRPr sz="1600" dirty="0"/>
          </a:p>
        </p:txBody>
      </p:sp>
      <p:sp>
        <p:nvSpPr>
          <p:cNvPr id="18" name="Rounded Rectangle 19">
            <a:extLst>
              <a:ext uri="{FF2B5EF4-FFF2-40B4-BE49-F238E27FC236}">
                <a16:creationId xmlns:a16="http://schemas.microsoft.com/office/drawing/2014/main" id="{A914B7E6-0E95-105C-0F4C-6F3DD9CF0D9C}"/>
              </a:ext>
            </a:extLst>
          </p:cNvPr>
          <p:cNvSpPr/>
          <p:nvPr/>
        </p:nvSpPr>
        <p:spPr>
          <a:xfrm>
            <a:off x="568775" y="3977280"/>
            <a:ext cx="10906945" cy="2460096"/>
          </a:xfrm>
          <a:prstGeom prst="roundRect">
            <a:avLst/>
          </a:prstGeom>
          <a:solidFill>
            <a:srgbClr val="F5F7F9"/>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BEF26CED-4557-02D5-1F3D-646518DDDD32}"/>
              </a:ext>
            </a:extLst>
          </p:cNvPr>
          <p:cNvSpPr/>
          <p:nvPr/>
        </p:nvSpPr>
        <p:spPr>
          <a:xfrm>
            <a:off x="545916" y="3977280"/>
            <a:ext cx="45719" cy="2244699"/>
          </a:xfrm>
          <a:prstGeom prst="rect">
            <a:avLst/>
          </a:prstGeom>
          <a:solidFill>
            <a:srgbClr val="20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A550BBB3-C767-DD25-3F5A-DAF783F0AC9B}"/>
              </a:ext>
            </a:extLst>
          </p:cNvPr>
          <p:cNvSpPr txBox="1"/>
          <p:nvPr/>
        </p:nvSpPr>
        <p:spPr>
          <a:xfrm>
            <a:off x="741452" y="3974001"/>
            <a:ext cx="2400209" cy="400110"/>
          </a:xfrm>
          <a:prstGeom prst="rect">
            <a:avLst/>
          </a:prstGeom>
          <a:noFill/>
        </p:spPr>
        <p:txBody>
          <a:bodyPr wrap="none">
            <a:spAutoFit/>
          </a:bodyPr>
          <a:lstStyle/>
          <a:p>
            <a:pPr>
              <a:defRPr sz="1600" b="1">
                <a:solidFill>
                  <a:srgbClr val="122B46"/>
                </a:solidFill>
                <a:latin typeface="Arial"/>
              </a:defRPr>
            </a:pPr>
            <a:r>
              <a:rPr sz="2000" dirty="0"/>
              <a:t>4. Web Integration</a:t>
            </a:r>
          </a:p>
        </p:txBody>
      </p:sp>
      <p:sp>
        <p:nvSpPr>
          <p:cNvPr id="21" name="TextBox 20">
            <a:extLst>
              <a:ext uri="{FF2B5EF4-FFF2-40B4-BE49-F238E27FC236}">
                <a16:creationId xmlns:a16="http://schemas.microsoft.com/office/drawing/2014/main" id="{940440A2-5613-BA9D-50D6-81757BC25EB4}"/>
              </a:ext>
            </a:extLst>
          </p:cNvPr>
          <p:cNvSpPr txBox="1"/>
          <p:nvPr/>
        </p:nvSpPr>
        <p:spPr>
          <a:xfrm>
            <a:off x="1043338" y="4402656"/>
            <a:ext cx="9838024" cy="1569660"/>
          </a:xfrm>
          <a:prstGeom prst="rect">
            <a:avLst/>
          </a:prstGeom>
          <a:noFill/>
        </p:spPr>
        <p:txBody>
          <a:bodyPr wrap="square">
            <a:spAutoFit/>
          </a:bodyPr>
          <a:lstStyle/>
          <a:p>
            <a:pPr algn="just">
              <a:defRPr sz="1250">
                <a:solidFill>
                  <a:srgbClr val="141414"/>
                </a:solidFill>
                <a:latin typeface="Arial"/>
              </a:defRPr>
            </a:pPr>
            <a:r>
              <a:rPr lang="en-US" sz="1600" dirty="0"/>
              <a:t>The implemented interpreter is integrated into a web-based programming environment using </a:t>
            </a:r>
            <a:r>
              <a:rPr lang="en-US" sz="1600" b="1" dirty="0"/>
              <a:t>Spring Boot and Angular</a:t>
            </a:r>
            <a:r>
              <a:rPr lang="en-US" sz="1600" dirty="0"/>
              <a:t>. The </a:t>
            </a:r>
            <a:r>
              <a:rPr lang="en-US" sz="1600" b="1" dirty="0"/>
              <a:t>Angular frontend</a:t>
            </a:r>
            <a:r>
              <a:rPr lang="en-US" sz="1600" dirty="0"/>
              <a:t> provides the user interface where users can write Sindhi programs and request their execution. The </a:t>
            </a:r>
            <a:r>
              <a:rPr lang="en-US" sz="1600" b="1" dirty="0"/>
              <a:t>Spring Boot backend</a:t>
            </a:r>
            <a:r>
              <a:rPr lang="en-US" sz="1600" dirty="0"/>
              <a:t> receives the source code through the API and passes it to the Latif Ji Boli interpreter for lexical analysis, token processing, and execution. After processing, the backend returns the generated output or relevant error information to the Angular interface, allowing users to see the result directly in the web application.</a:t>
            </a:r>
            <a:endParaRPr sz="1600" dirty="0"/>
          </a:p>
        </p:txBody>
      </p:sp>
      <p:sp>
        <p:nvSpPr>
          <p:cNvPr id="22" name="TextBox 21">
            <a:extLst>
              <a:ext uri="{FF2B5EF4-FFF2-40B4-BE49-F238E27FC236}">
                <a16:creationId xmlns:a16="http://schemas.microsoft.com/office/drawing/2014/main" id="{70FE78EA-70EE-5B82-0195-40B71FFDD720}"/>
              </a:ext>
            </a:extLst>
          </p:cNvPr>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5</a:t>
            </a:r>
          </a:p>
        </p:txBody>
      </p:sp>
    </p:spTree>
    <p:extLst>
      <p:ext uri="{BB962C8B-B14F-4D97-AF65-F5344CB8AC3E}">
        <p14:creationId xmlns:p14="http://schemas.microsoft.com/office/powerpoint/2010/main" val="1234684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EA7D6D-8AE3-1764-5A25-818628C060C1}"/>
              </a:ext>
            </a:extLst>
          </p:cNvPr>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77B77FF-6852-CEB4-3797-8D505F07D5B5}"/>
              </a:ext>
            </a:extLst>
          </p:cNvPr>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t>Results</a:t>
            </a:r>
          </a:p>
        </p:txBody>
      </p:sp>
      <p:sp>
        <p:nvSpPr>
          <p:cNvPr id="7" name="TextBox 6">
            <a:extLst>
              <a:ext uri="{FF2B5EF4-FFF2-40B4-BE49-F238E27FC236}">
                <a16:creationId xmlns:a16="http://schemas.microsoft.com/office/drawing/2014/main" id="{D107EE98-0029-C828-96CE-31E8C93859F6}"/>
              </a:ext>
            </a:extLst>
          </p:cNvPr>
          <p:cNvSpPr txBox="1"/>
          <p:nvPr/>
        </p:nvSpPr>
        <p:spPr>
          <a:xfrm>
            <a:off x="10203778" y="3273552"/>
            <a:ext cx="184731" cy="276999"/>
          </a:xfrm>
          <a:prstGeom prst="rect">
            <a:avLst/>
          </a:prstGeom>
          <a:noFill/>
        </p:spPr>
        <p:txBody>
          <a:bodyPr wrap="none">
            <a:spAutoFit/>
          </a:bodyPr>
          <a:lstStyle/>
          <a:p>
            <a:pPr algn="ctr">
              <a:defRPr sz="1200" b="1">
                <a:solidFill>
                  <a:srgbClr val="5A6269"/>
                </a:solidFill>
                <a:latin typeface="Arial"/>
              </a:defRPr>
            </a:pPr>
            <a:endParaRPr dirty="0"/>
          </a:p>
        </p:txBody>
      </p:sp>
      <p:sp>
        <p:nvSpPr>
          <p:cNvPr id="8" name="Rounded Rectangle 11">
            <a:extLst>
              <a:ext uri="{FF2B5EF4-FFF2-40B4-BE49-F238E27FC236}">
                <a16:creationId xmlns:a16="http://schemas.microsoft.com/office/drawing/2014/main" id="{5ECC3388-B6D2-686C-3340-75846C655F69}"/>
              </a:ext>
            </a:extLst>
          </p:cNvPr>
          <p:cNvSpPr/>
          <p:nvPr/>
        </p:nvSpPr>
        <p:spPr>
          <a:xfrm>
            <a:off x="594360" y="1233977"/>
            <a:ext cx="10927080" cy="5490256"/>
          </a:xfrm>
          <a:prstGeom prst="roundRect">
            <a:avLst/>
          </a:prstGeom>
          <a:solidFill>
            <a:srgbClr val="F5F7F9"/>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A1E87714-133C-ADD1-45D1-176745026CA0}"/>
              </a:ext>
            </a:extLst>
          </p:cNvPr>
          <p:cNvSpPr/>
          <p:nvPr/>
        </p:nvSpPr>
        <p:spPr>
          <a:xfrm>
            <a:off x="573452" y="1389424"/>
            <a:ext cx="52912" cy="5194255"/>
          </a:xfrm>
          <a:prstGeom prst="rect">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1E09E840-6272-D49B-BADD-B8F2B21C9B72}"/>
              </a:ext>
            </a:extLst>
          </p:cNvPr>
          <p:cNvSpPr txBox="1"/>
          <p:nvPr/>
        </p:nvSpPr>
        <p:spPr>
          <a:xfrm>
            <a:off x="892911" y="1284501"/>
            <a:ext cx="3132589" cy="400110"/>
          </a:xfrm>
          <a:prstGeom prst="rect">
            <a:avLst/>
          </a:prstGeom>
          <a:noFill/>
        </p:spPr>
        <p:txBody>
          <a:bodyPr wrap="none">
            <a:spAutoFit/>
          </a:bodyPr>
          <a:lstStyle/>
          <a:p>
            <a:pPr>
              <a:defRPr sz="1700" b="1">
                <a:solidFill>
                  <a:srgbClr val="122B46"/>
                </a:solidFill>
                <a:latin typeface="Arial"/>
              </a:defRPr>
            </a:pPr>
            <a:r>
              <a:rPr lang="en-US" sz="2000" dirty="0"/>
              <a:t>1. </a:t>
            </a:r>
            <a:r>
              <a:rPr sz="2000" dirty="0"/>
              <a:t>Functional Evaluation</a:t>
            </a:r>
          </a:p>
        </p:txBody>
      </p:sp>
      <p:sp>
        <p:nvSpPr>
          <p:cNvPr id="11" name="TextBox 10">
            <a:extLst>
              <a:ext uri="{FF2B5EF4-FFF2-40B4-BE49-F238E27FC236}">
                <a16:creationId xmlns:a16="http://schemas.microsoft.com/office/drawing/2014/main" id="{267CE9C1-6340-06B4-DB37-A8E815281114}"/>
              </a:ext>
            </a:extLst>
          </p:cNvPr>
          <p:cNvSpPr txBox="1"/>
          <p:nvPr/>
        </p:nvSpPr>
        <p:spPr>
          <a:xfrm>
            <a:off x="1051646" y="1645920"/>
            <a:ext cx="9921154" cy="4801314"/>
          </a:xfrm>
          <a:prstGeom prst="rect">
            <a:avLst/>
          </a:prstGeom>
          <a:noFill/>
        </p:spPr>
        <p:txBody>
          <a:bodyPr wrap="square">
            <a:spAutoFit/>
          </a:bodyPr>
          <a:lstStyle/>
          <a:p>
            <a:pPr algn="just"/>
            <a:r>
              <a:rPr lang="en-US" dirty="0"/>
              <a:t>The developed Latif Ji Boli interpreter was functionally evaluated to verify whether the implemented programming features work correctly. The evaluation confirmed successful </a:t>
            </a:r>
            <a:r>
              <a:rPr lang="en-US" b="1" dirty="0"/>
              <a:t>lexical analysis, token generation, Unicode Sindhi processing, variable management, arithmetic and logical operations, conditional statements, loops, string handling, error detection, and output generation</a:t>
            </a:r>
            <a:r>
              <a:rPr lang="en-US" dirty="0"/>
              <a:t>. These results demonstrate that the interpreter is capable of processing and executing the main programming constructs supported by the developed language. </a:t>
            </a:r>
          </a:p>
          <a:p>
            <a:endParaRPr lang="en-US" b="1" dirty="0"/>
          </a:p>
          <a:p>
            <a:r>
              <a:rPr lang="en-US" b="1" dirty="0"/>
              <a:t>Functional Features Evaluated</a:t>
            </a:r>
          </a:p>
          <a:p>
            <a:pPr marL="285750" indent="-285750">
              <a:buFont typeface="Arial" panose="020B0604020202020204" pitchFamily="34" charset="0"/>
              <a:buChar char="•"/>
            </a:pPr>
            <a:r>
              <a:rPr lang="en-US" b="1" dirty="0"/>
              <a:t>Lexical Analysis</a:t>
            </a:r>
            <a:r>
              <a:rPr lang="en-US" dirty="0"/>
              <a:t> — Source code is analyzed and converted into tokens. </a:t>
            </a:r>
          </a:p>
          <a:p>
            <a:pPr marL="285750" indent="-285750">
              <a:buFont typeface="Arial" panose="020B0604020202020204" pitchFamily="34" charset="0"/>
              <a:buChar char="•"/>
            </a:pPr>
            <a:r>
              <a:rPr lang="en-US" b="1" dirty="0"/>
              <a:t>Token Generation</a:t>
            </a:r>
            <a:r>
              <a:rPr lang="en-US" dirty="0"/>
              <a:t> — Programming elements are represented as structured tokens. </a:t>
            </a:r>
          </a:p>
          <a:p>
            <a:pPr marL="285750" indent="-285750">
              <a:buFont typeface="Arial" panose="020B0604020202020204" pitchFamily="34" charset="0"/>
              <a:buChar char="•"/>
            </a:pPr>
            <a:r>
              <a:rPr lang="en-US" b="1" dirty="0"/>
              <a:t>Unicode Sindhi Processing</a:t>
            </a:r>
            <a:r>
              <a:rPr lang="en-US" dirty="0"/>
              <a:t> — Sindhi characters and script are processed correctly. </a:t>
            </a:r>
          </a:p>
          <a:p>
            <a:pPr marL="285750" indent="-285750">
              <a:buFont typeface="Arial" panose="020B0604020202020204" pitchFamily="34" charset="0"/>
              <a:buChar char="•"/>
            </a:pPr>
            <a:r>
              <a:rPr lang="en-US" b="1" dirty="0"/>
              <a:t>Variable Management</a:t>
            </a:r>
            <a:r>
              <a:rPr lang="en-US" dirty="0"/>
              <a:t> — Variables can be declared, assigned, and used. </a:t>
            </a:r>
          </a:p>
          <a:p>
            <a:pPr marL="285750" indent="-285750">
              <a:buFont typeface="Arial" panose="020B0604020202020204" pitchFamily="34" charset="0"/>
              <a:buChar char="•"/>
            </a:pPr>
            <a:r>
              <a:rPr lang="en-US" b="1" dirty="0"/>
              <a:t>Arithmetic &amp; Logical Operations</a:t>
            </a:r>
            <a:r>
              <a:rPr lang="en-US" dirty="0"/>
              <a:t> — Expressions can be evaluated. </a:t>
            </a:r>
          </a:p>
          <a:p>
            <a:pPr marL="285750" indent="-285750">
              <a:buFont typeface="Arial" panose="020B0604020202020204" pitchFamily="34" charset="0"/>
              <a:buChar char="•"/>
            </a:pPr>
            <a:r>
              <a:rPr lang="en-US" b="1" dirty="0"/>
              <a:t>Conditional Statements</a:t>
            </a:r>
            <a:r>
              <a:rPr lang="en-US" dirty="0"/>
              <a:t> — Conditional program logic is supported. </a:t>
            </a:r>
          </a:p>
          <a:p>
            <a:pPr marL="285750" indent="-285750">
              <a:buFont typeface="Arial" panose="020B0604020202020204" pitchFamily="34" charset="0"/>
              <a:buChar char="•"/>
            </a:pPr>
            <a:r>
              <a:rPr lang="en-US" b="1" dirty="0"/>
              <a:t>Loops</a:t>
            </a:r>
            <a:r>
              <a:rPr lang="en-US" dirty="0"/>
              <a:t> — Repetitive program execution is supported. </a:t>
            </a:r>
          </a:p>
          <a:p>
            <a:pPr marL="285750" indent="-285750">
              <a:buFont typeface="Arial" panose="020B0604020202020204" pitchFamily="34" charset="0"/>
              <a:buChar char="•"/>
            </a:pPr>
            <a:r>
              <a:rPr lang="en-US" b="1" dirty="0"/>
              <a:t>String Handling</a:t>
            </a:r>
            <a:r>
              <a:rPr lang="en-US" dirty="0"/>
              <a:t> — String values can be processed. </a:t>
            </a:r>
          </a:p>
          <a:p>
            <a:pPr marL="285750" indent="-285750">
              <a:buFont typeface="Arial" panose="020B0604020202020204" pitchFamily="34" charset="0"/>
              <a:buChar char="•"/>
            </a:pPr>
            <a:r>
              <a:rPr lang="en-US" b="1" dirty="0"/>
              <a:t>Output Generation</a:t>
            </a:r>
            <a:r>
              <a:rPr lang="en-US" dirty="0"/>
              <a:t> — Program results are generated successfully. </a:t>
            </a:r>
          </a:p>
        </p:txBody>
      </p:sp>
      <p:sp>
        <p:nvSpPr>
          <p:cNvPr id="17" name="TextBox 16">
            <a:extLst>
              <a:ext uri="{FF2B5EF4-FFF2-40B4-BE49-F238E27FC236}">
                <a16:creationId xmlns:a16="http://schemas.microsoft.com/office/drawing/2014/main" id="{C97F216D-CA87-2E19-E620-75C8808E3594}"/>
              </a:ext>
            </a:extLst>
          </p:cNvPr>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6</a:t>
            </a:r>
          </a:p>
        </p:txBody>
      </p:sp>
    </p:spTree>
    <p:extLst>
      <p:ext uri="{BB962C8B-B14F-4D97-AF65-F5344CB8AC3E}">
        <p14:creationId xmlns:p14="http://schemas.microsoft.com/office/powerpoint/2010/main" val="3227877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44A37E-5564-F1AA-FC9C-0DFB0E309F0B}"/>
              </a:ext>
            </a:extLst>
          </p:cNvPr>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24CFACF-DB3C-4BCB-8DE7-21CFE4890583}"/>
              </a:ext>
            </a:extLst>
          </p:cNvPr>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t>Results</a:t>
            </a:r>
          </a:p>
        </p:txBody>
      </p:sp>
      <p:sp>
        <p:nvSpPr>
          <p:cNvPr id="12" name="Rounded Rectangle 15">
            <a:extLst>
              <a:ext uri="{FF2B5EF4-FFF2-40B4-BE49-F238E27FC236}">
                <a16:creationId xmlns:a16="http://schemas.microsoft.com/office/drawing/2014/main" id="{D123D3DD-1311-2A84-00E2-528F63F9DD94}"/>
              </a:ext>
            </a:extLst>
          </p:cNvPr>
          <p:cNvSpPr/>
          <p:nvPr/>
        </p:nvSpPr>
        <p:spPr>
          <a:xfrm>
            <a:off x="523948" y="1024128"/>
            <a:ext cx="11062938" cy="5413248"/>
          </a:xfrm>
          <a:prstGeom prst="roundRect">
            <a:avLst/>
          </a:prstGeom>
          <a:solidFill>
            <a:srgbClr val="F5F7F9"/>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E74CB994-4DB7-1239-CE99-DC494D2B6B9D}"/>
              </a:ext>
            </a:extLst>
          </p:cNvPr>
          <p:cNvSpPr/>
          <p:nvPr/>
        </p:nvSpPr>
        <p:spPr>
          <a:xfrm>
            <a:off x="459940" y="1570814"/>
            <a:ext cx="64008" cy="4439567"/>
          </a:xfrm>
          <a:prstGeom prst="rect">
            <a:avLst/>
          </a:prstGeom>
          <a:solidFill>
            <a:srgbClr val="20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288E792-17FD-8B84-3BF6-5E0D1557AE31}"/>
              </a:ext>
            </a:extLst>
          </p:cNvPr>
          <p:cNvSpPr txBox="1"/>
          <p:nvPr/>
        </p:nvSpPr>
        <p:spPr>
          <a:xfrm>
            <a:off x="796248" y="1181498"/>
            <a:ext cx="4629794" cy="400110"/>
          </a:xfrm>
          <a:prstGeom prst="rect">
            <a:avLst/>
          </a:prstGeom>
          <a:noFill/>
        </p:spPr>
        <p:txBody>
          <a:bodyPr wrap="none">
            <a:spAutoFit/>
          </a:bodyPr>
          <a:lstStyle/>
          <a:p>
            <a:pPr>
              <a:defRPr sz="1700" b="1">
                <a:solidFill>
                  <a:srgbClr val="122B46"/>
                </a:solidFill>
                <a:latin typeface="Arial"/>
              </a:defRPr>
            </a:pPr>
            <a:r>
              <a:rPr lang="en-US" sz="2000" b="1" dirty="0"/>
              <a:t>2. Supported Programming Features</a:t>
            </a:r>
            <a:endParaRPr sz="2000" dirty="0"/>
          </a:p>
        </p:txBody>
      </p:sp>
      <p:sp>
        <p:nvSpPr>
          <p:cNvPr id="15" name="TextBox 14">
            <a:extLst>
              <a:ext uri="{FF2B5EF4-FFF2-40B4-BE49-F238E27FC236}">
                <a16:creationId xmlns:a16="http://schemas.microsoft.com/office/drawing/2014/main" id="{DD84CA31-6273-AAB3-737C-73B19C4BC2C2}"/>
              </a:ext>
            </a:extLst>
          </p:cNvPr>
          <p:cNvSpPr txBox="1"/>
          <p:nvPr/>
        </p:nvSpPr>
        <p:spPr>
          <a:xfrm>
            <a:off x="1089060" y="1647307"/>
            <a:ext cx="9984117" cy="4524315"/>
          </a:xfrm>
          <a:prstGeom prst="rect">
            <a:avLst/>
          </a:prstGeom>
          <a:noFill/>
        </p:spPr>
        <p:txBody>
          <a:bodyPr wrap="square">
            <a:spAutoFit/>
          </a:bodyPr>
          <a:lstStyle/>
          <a:p>
            <a:pPr algn="just"/>
            <a:r>
              <a:rPr lang="en-US" dirty="0"/>
              <a:t>The developed Latif Ji Boli interpreter successfully supports the core programming constructs required for writing and executing basic Sindhi programs. The implemented system allows users to work with </a:t>
            </a:r>
            <a:r>
              <a:rPr lang="en-US" b="1" dirty="0"/>
              <a:t>variables, numeric and string data, arithmetic and logical operations, conditional statements, while and do-while loops, and output generation</a:t>
            </a:r>
            <a:r>
              <a:rPr lang="en-US" dirty="0"/>
              <a:t>. These features demonstrate that the interpreter can execute fundamental programming logic while using Sindhi keywords and Unicode Sindhi text. </a:t>
            </a:r>
          </a:p>
          <a:p>
            <a:endParaRPr lang="en-US" b="1" dirty="0"/>
          </a:p>
          <a:p>
            <a:r>
              <a:rPr lang="en-US" b="1" dirty="0"/>
              <a:t>Key Results</a:t>
            </a:r>
          </a:p>
          <a:p>
            <a:pPr marL="285750" indent="-285750">
              <a:buFont typeface="Arial" panose="020B0604020202020204" pitchFamily="34" charset="0"/>
              <a:buChar char="•"/>
            </a:pPr>
            <a:r>
              <a:rPr lang="en-US" b="1" dirty="0"/>
              <a:t>Variables</a:t>
            </a:r>
            <a:r>
              <a:rPr lang="en-US" dirty="0"/>
              <a:t> — Declaration, assignment, and variable usage. </a:t>
            </a:r>
          </a:p>
          <a:p>
            <a:pPr marL="285750" indent="-285750">
              <a:buFont typeface="Arial" panose="020B0604020202020204" pitchFamily="34" charset="0"/>
              <a:buChar char="•"/>
            </a:pPr>
            <a:r>
              <a:rPr lang="en-US" b="1" dirty="0"/>
              <a:t>Numeric &amp; String Data</a:t>
            </a:r>
            <a:r>
              <a:rPr lang="en-US" dirty="0"/>
              <a:t> — Supports basic data handling. </a:t>
            </a:r>
          </a:p>
          <a:p>
            <a:pPr marL="285750" indent="-285750">
              <a:buFont typeface="Arial" panose="020B0604020202020204" pitchFamily="34" charset="0"/>
              <a:buChar char="•"/>
            </a:pPr>
            <a:r>
              <a:rPr lang="en-US" b="1" dirty="0"/>
              <a:t>Arithmetic Operations</a:t>
            </a:r>
            <a:r>
              <a:rPr lang="en-US" dirty="0"/>
              <a:t> — Performs mathematical calculations. </a:t>
            </a:r>
          </a:p>
          <a:p>
            <a:pPr marL="285750" indent="-285750">
              <a:buFont typeface="Arial" panose="020B0604020202020204" pitchFamily="34" charset="0"/>
              <a:buChar char="•"/>
            </a:pPr>
            <a:r>
              <a:rPr lang="en-US" b="1" dirty="0"/>
              <a:t>Logical Operations</a:t>
            </a:r>
            <a:r>
              <a:rPr lang="en-US" dirty="0"/>
              <a:t> — Supports logical expressions. </a:t>
            </a:r>
          </a:p>
          <a:p>
            <a:pPr marL="285750" indent="-285750">
              <a:buFont typeface="Arial" panose="020B0604020202020204" pitchFamily="34" charset="0"/>
              <a:buChar char="•"/>
            </a:pPr>
            <a:r>
              <a:rPr lang="en-US" b="1" dirty="0"/>
              <a:t>Conditional Statements</a:t>
            </a:r>
            <a:r>
              <a:rPr lang="en-US" dirty="0"/>
              <a:t> — Executes decision-making logic. </a:t>
            </a:r>
          </a:p>
          <a:p>
            <a:pPr marL="285750" indent="-285750">
              <a:buFont typeface="Arial" panose="020B0604020202020204" pitchFamily="34" charset="0"/>
              <a:buChar char="•"/>
            </a:pPr>
            <a:r>
              <a:rPr lang="en-US" b="1" dirty="0"/>
              <a:t>While / Do-While Loops</a:t>
            </a:r>
            <a:r>
              <a:rPr lang="en-US" dirty="0"/>
              <a:t> — Supports repetitive execution. </a:t>
            </a:r>
          </a:p>
          <a:p>
            <a:pPr marL="285750" indent="-285750">
              <a:buFont typeface="Arial" panose="020B0604020202020204" pitchFamily="34" charset="0"/>
              <a:buChar char="•"/>
            </a:pPr>
            <a:r>
              <a:rPr lang="en-US" b="1" dirty="0"/>
              <a:t>Output Generation</a:t>
            </a:r>
            <a:r>
              <a:rPr lang="en-US" dirty="0"/>
              <a:t> — Displays program results. </a:t>
            </a:r>
          </a:p>
          <a:p>
            <a:pPr marL="285750" indent="-285750">
              <a:buFont typeface="Arial" panose="020B0604020202020204" pitchFamily="34" charset="0"/>
              <a:buChar char="•"/>
            </a:pPr>
            <a:r>
              <a:rPr lang="en-US" b="1" dirty="0"/>
              <a:t>Sindhi Syntax</a:t>
            </a:r>
            <a:r>
              <a:rPr lang="en-US" dirty="0"/>
              <a:t> — Programming can be written using Sindhi keywords. </a:t>
            </a:r>
          </a:p>
          <a:p>
            <a:pPr marL="285750" indent="-285750">
              <a:buFont typeface="Arial" panose="020B0604020202020204" pitchFamily="34" charset="0"/>
              <a:buChar char="•"/>
            </a:pPr>
            <a:r>
              <a:rPr lang="en-US" b="1" dirty="0"/>
              <a:t>Unicode Support</a:t>
            </a:r>
            <a:r>
              <a:rPr lang="en-US" dirty="0"/>
              <a:t> — Handles Sindhi Unicode characters.</a:t>
            </a:r>
          </a:p>
        </p:txBody>
      </p:sp>
      <p:sp>
        <p:nvSpPr>
          <p:cNvPr id="17" name="TextBox 16">
            <a:extLst>
              <a:ext uri="{FF2B5EF4-FFF2-40B4-BE49-F238E27FC236}">
                <a16:creationId xmlns:a16="http://schemas.microsoft.com/office/drawing/2014/main" id="{0A083B91-1309-FDE3-6882-0A568A53ECA7}"/>
              </a:ext>
            </a:extLst>
          </p:cNvPr>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6</a:t>
            </a:r>
          </a:p>
        </p:txBody>
      </p:sp>
    </p:spTree>
    <p:extLst>
      <p:ext uri="{BB962C8B-B14F-4D97-AF65-F5344CB8AC3E}">
        <p14:creationId xmlns:p14="http://schemas.microsoft.com/office/powerpoint/2010/main" val="762731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0A0A6-3B9C-85DB-D867-4E03CCFB23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7941331-3F1C-23FF-9302-C5EED15E4855}"/>
              </a:ext>
            </a:extLst>
          </p:cNvPr>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FEAA5A35-DDAA-2938-9378-4E8D2633F04D}"/>
              </a:ext>
            </a:extLst>
          </p:cNvPr>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t>Results</a:t>
            </a:r>
          </a:p>
        </p:txBody>
      </p:sp>
      <p:sp>
        <p:nvSpPr>
          <p:cNvPr id="5" name="TextBox 4">
            <a:extLst>
              <a:ext uri="{FF2B5EF4-FFF2-40B4-BE49-F238E27FC236}">
                <a16:creationId xmlns:a16="http://schemas.microsoft.com/office/drawing/2014/main" id="{070FF4A6-D22B-B78D-AE0A-7B36A46402CB}"/>
              </a:ext>
            </a:extLst>
          </p:cNvPr>
          <p:cNvSpPr txBox="1"/>
          <p:nvPr/>
        </p:nvSpPr>
        <p:spPr>
          <a:xfrm>
            <a:off x="594360" y="3273552"/>
            <a:ext cx="2560320" cy="320040"/>
          </a:xfrm>
          <a:prstGeom prst="rect">
            <a:avLst/>
          </a:prstGeom>
          <a:noFill/>
        </p:spPr>
        <p:txBody>
          <a:bodyPr wrap="none">
            <a:spAutoFit/>
          </a:bodyPr>
          <a:lstStyle/>
          <a:p>
            <a:pPr algn="ctr">
              <a:defRPr sz="1200" b="1">
                <a:solidFill>
                  <a:srgbClr val="5A6269"/>
                </a:solidFill>
                <a:latin typeface="Arial"/>
              </a:defRPr>
            </a:pPr>
            <a:r>
              <a:t>Arithmetic</a:t>
            </a:r>
          </a:p>
        </p:txBody>
      </p:sp>
      <p:sp>
        <p:nvSpPr>
          <p:cNvPr id="7" name="TextBox 6">
            <a:extLst>
              <a:ext uri="{FF2B5EF4-FFF2-40B4-BE49-F238E27FC236}">
                <a16:creationId xmlns:a16="http://schemas.microsoft.com/office/drawing/2014/main" id="{BCD963DA-19B2-A765-5055-2EE0BCE87B46}"/>
              </a:ext>
            </a:extLst>
          </p:cNvPr>
          <p:cNvSpPr txBox="1"/>
          <p:nvPr/>
        </p:nvSpPr>
        <p:spPr>
          <a:xfrm>
            <a:off x="3401568" y="3273552"/>
            <a:ext cx="2560320" cy="320040"/>
          </a:xfrm>
          <a:prstGeom prst="rect">
            <a:avLst/>
          </a:prstGeom>
          <a:noFill/>
        </p:spPr>
        <p:txBody>
          <a:bodyPr wrap="none">
            <a:spAutoFit/>
          </a:bodyPr>
          <a:lstStyle/>
          <a:p>
            <a:pPr algn="ctr">
              <a:defRPr sz="1200" b="1">
                <a:solidFill>
                  <a:srgbClr val="5A6269"/>
                </a:solidFill>
                <a:latin typeface="Arial"/>
              </a:defRPr>
            </a:pPr>
            <a:r>
              <a:t>Conditional</a:t>
            </a:r>
          </a:p>
        </p:txBody>
      </p:sp>
      <p:sp>
        <p:nvSpPr>
          <p:cNvPr id="9" name="TextBox 8">
            <a:extLst>
              <a:ext uri="{FF2B5EF4-FFF2-40B4-BE49-F238E27FC236}">
                <a16:creationId xmlns:a16="http://schemas.microsoft.com/office/drawing/2014/main" id="{414C7AD0-31A1-0099-B2A1-957644840AF4}"/>
              </a:ext>
            </a:extLst>
          </p:cNvPr>
          <p:cNvSpPr txBox="1"/>
          <p:nvPr/>
        </p:nvSpPr>
        <p:spPr>
          <a:xfrm>
            <a:off x="6208776" y="3273552"/>
            <a:ext cx="2560320" cy="320040"/>
          </a:xfrm>
          <a:prstGeom prst="rect">
            <a:avLst/>
          </a:prstGeom>
          <a:noFill/>
        </p:spPr>
        <p:txBody>
          <a:bodyPr wrap="none">
            <a:spAutoFit/>
          </a:bodyPr>
          <a:lstStyle/>
          <a:p>
            <a:pPr algn="ctr">
              <a:defRPr sz="1200" b="1">
                <a:solidFill>
                  <a:srgbClr val="5A6269"/>
                </a:solidFill>
                <a:latin typeface="Arial"/>
              </a:defRPr>
            </a:pPr>
            <a:r>
              <a:t>Loops</a:t>
            </a:r>
          </a:p>
        </p:txBody>
      </p:sp>
      <p:sp>
        <p:nvSpPr>
          <p:cNvPr id="11" name="TextBox 10">
            <a:extLst>
              <a:ext uri="{FF2B5EF4-FFF2-40B4-BE49-F238E27FC236}">
                <a16:creationId xmlns:a16="http://schemas.microsoft.com/office/drawing/2014/main" id="{C2E1E468-7150-B03C-6880-1234F354569E}"/>
              </a:ext>
            </a:extLst>
          </p:cNvPr>
          <p:cNvSpPr txBox="1"/>
          <p:nvPr/>
        </p:nvSpPr>
        <p:spPr>
          <a:xfrm>
            <a:off x="9015984" y="3273552"/>
            <a:ext cx="2560320" cy="320040"/>
          </a:xfrm>
          <a:prstGeom prst="rect">
            <a:avLst/>
          </a:prstGeom>
          <a:noFill/>
        </p:spPr>
        <p:txBody>
          <a:bodyPr wrap="none">
            <a:spAutoFit/>
          </a:bodyPr>
          <a:lstStyle/>
          <a:p>
            <a:pPr algn="ctr">
              <a:defRPr sz="1200" b="1">
                <a:solidFill>
                  <a:srgbClr val="5A6269"/>
                </a:solidFill>
                <a:latin typeface="Arial"/>
              </a:defRPr>
            </a:pPr>
            <a:r>
              <a:t>String Handling</a:t>
            </a:r>
          </a:p>
        </p:txBody>
      </p:sp>
      <p:sp>
        <p:nvSpPr>
          <p:cNvPr id="21" name="TextBox 20">
            <a:extLst>
              <a:ext uri="{FF2B5EF4-FFF2-40B4-BE49-F238E27FC236}">
                <a16:creationId xmlns:a16="http://schemas.microsoft.com/office/drawing/2014/main" id="{5413DEC5-67D4-FF56-1CB8-870A3E0E3088}"/>
              </a:ext>
            </a:extLst>
          </p:cNvPr>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6</a:t>
            </a:r>
          </a:p>
        </p:txBody>
      </p:sp>
      <p:pic>
        <p:nvPicPr>
          <p:cNvPr id="22" name="Picture 21" descr="clean_arithmetic_final.png">
            <a:extLst>
              <a:ext uri="{FF2B5EF4-FFF2-40B4-BE49-F238E27FC236}">
                <a16:creationId xmlns:a16="http://schemas.microsoft.com/office/drawing/2014/main" id="{0C64B346-8D8B-D816-378E-88DAAB66B4F7}"/>
              </a:ext>
            </a:extLst>
          </p:cNvPr>
          <p:cNvPicPr>
            <a:picLocks noChangeAspect="1"/>
          </p:cNvPicPr>
          <p:nvPr/>
        </p:nvPicPr>
        <p:blipFill>
          <a:blip r:embed="rId3"/>
          <a:stretch>
            <a:fillRect/>
          </a:stretch>
        </p:blipFill>
        <p:spPr>
          <a:xfrm>
            <a:off x="594360" y="1143000"/>
            <a:ext cx="2560320" cy="1481328"/>
          </a:xfrm>
          <a:prstGeom prst="rect">
            <a:avLst/>
          </a:prstGeom>
        </p:spPr>
      </p:pic>
      <p:pic>
        <p:nvPicPr>
          <p:cNvPr id="23" name="Picture 22" descr="clean_conditional_final.png">
            <a:extLst>
              <a:ext uri="{FF2B5EF4-FFF2-40B4-BE49-F238E27FC236}">
                <a16:creationId xmlns:a16="http://schemas.microsoft.com/office/drawing/2014/main" id="{267BCD84-D2E7-3248-A7C0-7622A5169EA4}"/>
              </a:ext>
            </a:extLst>
          </p:cNvPr>
          <p:cNvPicPr>
            <a:picLocks noChangeAspect="1"/>
          </p:cNvPicPr>
          <p:nvPr/>
        </p:nvPicPr>
        <p:blipFill>
          <a:blip r:embed="rId4"/>
          <a:stretch>
            <a:fillRect/>
          </a:stretch>
        </p:blipFill>
        <p:spPr>
          <a:xfrm>
            <a:off x="3401568" y="1143000"/>
            <a:ext cx="2560320" cy="1481328"/>
          </a:xfrm>
          <a:prstGeom prst="rect">
            <a:avLst/>
          </a:prstGeom>
        </p:spPr>
      </p:pic>
      <p:pic>
        <p:nvPicPr>
          <p:cNvPr id="24" name="Picture 23" descr="clean_loops_final.png">
            <a:extLst>
              <a:ext uri="{FF2B5EF4-FFF2-40B4-BE49-F238E27FC236}">
                <a16:creationId xmlns:a16="http://schemas.microsoft.com/office/drawing/2014/main" id="{7F2FE965-DE2C-F0A0-4E1E-D03470F9C9E1}"/>
              </a:ext>
            </a:extLst>
          </p:cNvPr>
          <p:cNvPicPr>
            <a:picLocks noChangeAspect="1"/>
          </p:cNvPicPr>
          <p:nvPr/>
        </p:nvPicPr>
        <p:blipFill>
          <a:blip r:embed="rId5"/>
          <a:stretch>
            <a:fillRect/>
          </a:stretch>
        </p:blipFill>
        <p:spPr>
          <a:xfrm>
            <a:off x="6208776" y="1143000"/>
            <a:ext cx="2560320" cy="1481328"/>
          </a:xfrm>
          <a:prstGeom prst="rect">
            <a:avLst/>
          </a:prstGeom>
        </p:spPr>
      </p:pic>
      <p:pic>
        <p:nvPicPr>
          <p:cNvPr id="25" name="Picture 24" descr="clean_strings_final.png">
            <a:extLst>
              <a:ext uri="{FF2B5EF4-FFF2-40B4-BE49-F238E27FC236}">
                <a16:creationId xmlns:a16="http://schemas.microsoft.com/office/drawing/2014/main" id="{6C17137A-B3B1-553D-69BD-58318E1E8368}"/>
              </a:ext>
            </a:extLst>
          </p:cNvPr>
          <p:cNvPicPr>
            <a:picLocks noChangeAspect="1"/>
          </p:cNvPicPr>
          <p:nvPr/>
        </p:nvPicPr>
        <p:blipFill>
          <a:blip r:embed="rId6"/>
          <a:stretch>
            <a:fillRect/>
          </a:stretch>
        </p:blipFill>
        <p:spPr>
          <a:xfrm>
            <a:off x="9015984" y="1143000"/>
            <a:ext cx="2560320" cy="1481328"/>
          </a:xfrm>
          <a:prstGeom prst="rect">
            <a:avLst/>
          </a:prstGeom>
        </p:spPr>
      </p:pic>
      <p:pic>
        <p:nvPicPr>
          <p:cNvPr id="6" name="Picture 5">
            <a:extLst>
              <a:ext uri="{FF2B5EF4-FFF2-40B4-BE49-F238E27FC236}">
                <a16:creationId xmlns:a16="http://schemas.microsoft.com/office/drawing/2014/main" id="{571A08D9-088F-2F7E-6D27-A39250AE2D3E}"/>
              </a:ext>
            </a:extLst>
          </p:cNvPr>
          <p:cNvPicPr>
            <a:picLocks noChangeAspect="1"/>
          </p:cNvPicPr>
          <p:nvPr/>
        </p:nvPicPr>
        <p:blipFill>
          <a:blip r:embed="rId7"/>
          <a:stretch>
            <a:fillRect/>
          </a:stretch>
        </p:blipFill>
        <p:spPr>
          <a:xfrm>
            <a:off x="1573847" y="3593592"/>
            <a:ext cx="9269858" cy="3226085"/>
          </a:xfrm>
          <a:prstGeom prst="rect">
            <a:avLst/>
          </a:prstGeom>
        </p:spPr>
      </p:pic>
    </p:spTree>
    <p:extLst>
      <p:ext uri="{BB962C8B-B14F-4D97-AF65-F5344CB8AC3E}">
        <p14:creationId xmlns:p14="http://schemas.microsoft.com/office/powerpoint/2010/main" val="3098284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t>Conclusion</a:t>
            </a:r>
          </a:p>
        </p:txBody>
      </p:sp>
      <p:sp>
        <p:nvSpPr>
          <p:cNvPr id="4" name="Rounded Rectangle 3"/>
          <p:cNvSpPr/>
          <p:nvPr/>
        </p:nvSpPr>
        <p:spPr>
          <a:xfrm>
            <a:off x="640079" y="1142999"/>
            <a:ext cx="11144379" cy="5052318"/>
          </a:xfrm>
          <a:prstGeom prst="roundRect">
            <a:avLst/>
          </a:prstGeom>
          <a:solidFill>
            <a:srgbClr val="F5F7F9"/>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340059"/>
            <a:ext cx="64008" cy="4343400"/>
          </a:xfrm>
          <a:prstGeom prst="rect">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2685" y="1252728"/>
            <a:ext cx="2993255" cy="400110"/>
          </a:xfrm>
          <a:prstGeom prst="rect">
            <a:avLst/>
          </a:prstGeom>
          <a:noFill/>
        </p:spPr>
        <p:txBody>
          <a:bodyPr wrap="none">
            <a:spAutoFit/>
          </a:bodyPr>
          <a:lstStyle/>
          <a:p>
            <a:pPr>
              <a:defRPr sz="1700" b="1">
                <a:solidFill>
                  <a:srgbClr val="122B46"/>
                </a:solidFill>
                <a:latin typeface="Arial"/>
              </a:defRPr>
            </a:pPr>
            <a:r>
              <a:rPr lang="en-US" sz="2000" dirty="0"/>
              <a:t>1. </a:t>
            </a:r>
            <a:r>
              <a:rPr sz="2000" dirty="0"/>
              <a:t>Overall Achievement</a:t>
            </a:r>
          </a:p>
        </p:txBody>
      </p:sp>
      <p:sp>
        <p:nvSpPr>
          <p:cNvPr id="7" name="TextBox 6"/>
          <p:cNvSpPr txBox="1"/>
          <p:nvPr/>
        </p:nvSpPr>
        <p:spPr>
          <a:xfrm>
            <a:off x="1150706" y="1636775"/>
            <a:ext cx="10099496" cy="4401205"/>
          </a:xfrm>
          <a:prstGeom prst="rect">
            <a:avLst/>
          </a:prstGeom>
          <a:noFill/>
        </p:spPr>
        <p:txBody>
          <a:bodyPr wrap="square">
            <a:spAutoFit/>
          </a:bodyPr>
          <a:lstStyle/>
          <a:p>
            <a:pPr algn="just"/>
            <a:r>
              <a:rPr lang="en-US" sz="2000" dirty="0"/>
              <a:t>Latif Ji Boli was successfully designed, implemented, and evaluated as a functional Sindhi programming language interpreter. The project provides a programming environment where users can write and execute programs using Sindhi keywords and Unicode Sindhi script. The developed system addresses the language barrier faced by Sindhi-speaking learners by providing programming concepts in a more familiar linguistic context. The project demonstrates that programming-language concepts can be adapted to a regional language while maintaining the fundamental logic and structure of programming.</a:t>
            </a:r>
          </a:p>
          <a:p>
            <a:r>
              <a:rPr lang="en-US" sz="2000" b="1" dirty="0"/>
              <a:t>Key Achievements</a:t>
            </a:r>
          </a:p>
          <a:p>
            <a:pPr marL="285750" indent="-285750">
              <a:buFont typeface="Arial" panose="020B0604020202020204" pitchFamily="34" charset="0"/>
              <a:buChar char="•"/>
            </a:pPr>
            <a:r>
              <a:rPr lang="en-US" sz="2000" dirty="0"/>
              <a:t>Developed a </a:t>
            </a:r>
            <a:r>
              <a:rPr lang="en-US" sz="2000" b="1" dirty="0"/>
              <a:t>functional Sindhi programming language interpreter</a:t>
            </a:r>
            <a:r>
              <a:rPr lang="en-US" sz="2000" dirty="0"/>
              <a:t>. </a:t>
            </a:r>
          </a:p>
          <a:p>
            <a:pPr marL="285750" indent="-285750">
              <a:buFont typeface="Arial" panose="020B0604020202020204" pitchFamily="34" charset="0"/>
              <a:buChar char="•"/>
            </a:pPr>
            <a:r>
              <a:rPr lang="en-US" sz="2000" dirty="0"/>
              <a:t>Enabled programming using </a:t>
            </a:r>
            <a:r>
              <a:rPr lang="en-US" sz="2000" b="1" dirty="0"/>
              <a:t>Sindhi keywords and Unicode Sindhi script</a:t>
            </a:r>
            <a:r>
              <a:rPr lang="en-US" sz="2000" dirty="0"/>
              <a:t>. </a:t>
            </a:r>
          </a:p>
          <a:p>
            <a:pPr marL="285750" indent="-285750">
              <a:buFont typeface="Arial" panose="020B0604020202020204" pitchFamily="34" charset="0"/>
              <a:buChar char="•"/>
            </a:pPr>
            <a:r>
              <a:rPr lang="en-US" sz="2000" dirty="0"/>
              <a:t>Provided support for fundamental programming concepts. </a:t>
            </a:r>
          </a:p>
          <a:p>
            <a:pPr marL="285750" indent="-285750">
              <a:buFont typeface="Arial" panose="020B0604020202020204" pitchFamily="34" charset="0"/>
              <a:buChar char="•"/>
            </a:pPr>
            <a:r>
              <a:rPr lang="en-US" sz="2000" dirty="0"/>
              <a:t>Created a web-based environment for writing and executing Sindhi programs. </a:t>
            </a:r>
          </a:p>
          <a:p>
            <a:pPr marL="285750" indent="-285750">
              <a:buFont typeface="Arial" panose="020B0604020202020204" pitchFamily="34" charset="0"/>
              <a:buChar char="•"/>
            </a:pPr>
            <a:r>
              <a:rPr lang="en-US" sz="2000" dirty="0"/>
              <a:t>Addressed the lack of localized programming support for Sindhi learners. </a:t>
            </a:r>
          </a:p>
          <a:p>
            <a:pPr marL="285750" indent="-285750">
              <a:buFont typeface="Arial" panose="020B0604020202020204" pitchFamily="34" charset="0"/>
              <a:buChar char="•"/>
            </a:pPr>
            <a:r>
              <a:rPr lang="en-US" sz="2000" dirty="0"/>
              <a:t>Established a foundation for further development of Sindhi-language computing tools.</a:t>
            </a:r>
          </a:p>
        </p:txBody>
      </p:sp>
      <p:sp>
        <p:nvSpPr>
          <p:cNvPr id="13" name="TextBox 12"/>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57D89E-BF23-E76D-F383-AB886855A9B5}"/>
              </a:ext>
            </a:extLst>
          </p:cNvPr>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90D08ED-A357-B03B-ABB7-29D55FB7974A}"/>
              </a:ext>
            </a:extLst>
          </p:cNvPr>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t>Conclusion</a:t>
            </a:r>
          </a:p>
        </p:txBody>
      </p:sp>
      <p:sp>
        <p:nvSpPr>
          <p:cNvPr id="4" name="Rounded Rectangle 3">
            <a:extLst>
              <a:ext uri="{FF2B5EF4-FFF2-40B4-BE49-F238E27FC236}">
                <a16:creationId xmlns:a16="http://schemas.microsoft.com/office/drawing/2014/main" id="{AC5FC7A4-3581-2721-62C9-0E1589E886B4}"/>
              </a:ext>
            </a:extLst>
          </p:cNvPr>
          <p:cNvSpPr/>
          <p:nvPr/>
        </p:nvSpPr>
        <p:spPr>
          <a:xfrm>
            <a:off x="640080" y="1142998"/>
            <a:ext cx="11237974" cy="5011221"/>
          </a:xfrm>
          <a:prstGeom prst="roundRect">
            <a:avLst/>
          </a:prstGeom>
          <a:solidFill>
            <a:srgbClr val="F5F7F9"/>
          </a:solidFill>
          <a:ln>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5DDE0D6D-5F0B-0F83-754B-D4BEFF78F082}"/>
              </a:ext>
            </a:extLst>
          </p:cNvPr>
          <p:cNvSpPr/>
          <p:nvPr/>
        </p:nvSpPr>
        <p:spPr>
          <a:xfrm>
            <a:off x="640080" y="1143000"/>
            <a:ext cx="64008" cy="4572002"/>
          </a:xfrm>
          <a:prstGeom prst="rect">
            <a:avLst/>
          </a:prstGeom>
          <a:solidFill>
            <a:srgbClr val="006F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44E6AD6-A52A-AFD0-75FA-A36D663E2154}"/>
              </a:ext>
            </a:extLst>
          </p:cNvPr>
          <p:cNvSpPr txBox="1"/>
          <p:nvPr/>
        </p:nvSpPr>
        <p:spPr>
          <a:xfrm>
            <a:off x="822959" y="1252728"/>
            <a:ext cx="3360535" cy="400110"/>
          </a:xfrm>
          <a:prstGeom prst="rect">
            <a:avLst/>
          </a:prstGeom>
          <a:noFill/>
        </p:spPr>
        <p:txBody>
          <a:bodyPr wrap="none">
            <a:spAutoFit/>
          </a:bodyPr>
          <a:lstStyle/>
          <a:p>
            <a:pPr>
              <a:defRPr sz="1700" b="1">
                <a:solidFill>
                  <a:srgbClr val="122B46"/>
                </a:solidFill>
                <a:latin typeface="Arial"/>
              </a:defRPr>
            </a:pPr>
            <a:r>
              <a:rPr lang="en-US" sz="2000" b="1" dirty="0"/>
              <a:t> 2.Technical Achievement</a:t>
            </a:r>
            <a:endParaRPr sz="2000" dirty="0"/>
          </a:p>
        </p:txBody>
      </p:sp>
      <p:sp>
        <p:nvSpPr>
          <p:cNvPr id="7" name="TextBox 6">
            <a:extLst>
              <a:ext uri="{FF2B5EF4-FFF2-40B4-BE49-F238E27FC236}">
                <a16:creationId xmlns:a16="http://schemas.microsoft.com/office/drawing/2014/main" id="{B0BD95BC-92B9-9105-8EAE-05E396196662}"/>
              </a:ext>
            </a:extLst>
          </p:cNvPr>
          <p:cNvSpPr txBox="1"/>
          <p:nvPr/>
        </p:nvSpPr>
        <p:spPr>
          <a:xfrm>
            <a:off x="1047964" y="1636776"/>
            <a:ext cx="10243335" cy="4524315"/>
          </a:xfrm>
          <a:prstGeom prst="rect">
            <a:avLst/>
          </a:prstGeom>
          <a:noFill/>
        </p:spPr>
        <p:txBody>
          <a:bodyPr wrap="square">
            <a:spAutoFit/>
          </a:bodyPr>
          <a:lstStyle/>
          <a:p>
            <a:pPr algn="just"/>
            <a:r>
              <a:rPr lang="en-US" dirty="0"/>
              <a:t>From a technical perspective, Latif Ji Boli integrates the major components required for a programming language interpreter. The system includes a Unicode-compatible lexical analyzer for processing Sindhi source code, a token management system for organizing generated tokens, and an interpreter for executing programming constructs such as variables, expressions, conditions, loops, and output. These components are integrated with a Spring Boot backend and Angular web interface, providing a complete environment for writing and executing Sindhi programs.</a:t>
            </a:r>
          </a:p>
          <a:p>
            <a:endParaRPr lang="en-US" b="1" dirty="0"/>
          </a:p>
          <a:p>
            <a:r>
              <a:rPr lang="en-US" b="1" dirty="0"/>
              <a:t>Key Technical Achievements</a:t>
            </a:r>
          </a:p>
          <a:p>
            <a:pPr marL="285750" indent="-285750">
              <a:buFont typeface="Arial" panose="020B0604020202020204" pitchFamily="34" charset="0"/>
              <a:buChar char="•"/>
            </a:pPr>
            <a:r>
              <a:rPr lang="en-US" b="1" dirty="0"/>
              <a:t>Lexical Analysis</a:t>
            </a:r>
            <a:r>
              <a:rPr lang="en-US" dirty="0"/>
              <a:t> — Unicode-compatible Sindhi source-code processing. </a:t>
            </a:r>
          </a:p>
          <a:p>
            <a:pPr marL="285750" indent="-285750">
              <a:buFont typeface="Arial" panose="020B0604020202020204" pitchFamily="34" charset="0"/>
              <a:buChar char="•"/>
            </a:pPr>
            <a:r>
              <a:rPr lang="en-US" b="1" dirty="0"/>
              <a:t>Token Management</a:t>
            </a:r>
            <a:r>
              <a:rPr lang="en-US" dirty="0"/>
              <a:t> — Structured handling of token type, value, and location. </a:t>
            </a:r>
          </a:p>
          <a:p>
            <a:pPr marL="285750" indent="-285750">
              <a:buFont typeface="Arial" panose="020B0604020202020204" pitchFamily="34" charset="0"/>
              <a:buChar char="•"/>
            </a:pPr>
            <a:r>
              <a:rPr lang="en-US" b="1" dirty="0"/>
              <a:t>Interpreter</a:t>
            </a:r>
            <a:r>
              <a:rPr lang="en-US" dirty="0"/>
              <a:t> — Execution of variables, expressions, conditions, loops, and output. </a:t>
            </a:r>
          </a:p>
          <a:p>
            <a:pPr marL="285750" indent="-285750">
              <a:buFont typeface="Arial" panose="020B0604020202020204" pitchFamily="34" charset="0"/>
              <a:buChar char="•"/>
            </a:pPr>
            <a:r>
              <a:rPr lang="en-US" b="1" dirty="0"/>
              <a:t>Unicode Processing</a:t>
            </a:r>
            <a:r>
              <a:rPr lang="en-US" dirty="0"/>
              <a:t> — Support for Sindhi characters and script. </a:t>
            </a:r>
          </a:p>
          <a:p>
            <a:pPr marL="285750" indent="-285750">
              <a:buFont typeface="Arial" panose="020B0604020202020204" pitchFamily="34" charset="0"/>
              <a:buChar char="•"/>
            </a:pPr>
            <a:r>
              <a:rPr lang="en-US" b="1" dirty="0"/>
              <a:t>Spring Boot Integration</a:t>
            </a:r>
            <a:r>
              <a:rPr lang="en-US" dirty="0"/>
              <a:t> — Backend API for communication with the interpreter. </a:t>
            </a:r>
          </a:p>
          <a:p>
            <a:pPr marL="285750" indent="-285750">
              <a:buFont typeface="Arial" panose="020B0604020202020204" pitchFamily="34" charset="0"/>
              <a:buChar char="•"/>
            </a:pPr>
            <a:r>
              <a:rPr lang="en-US" b="1" dirty="0"/>
              <a:t>Angular Integration</a:t>
            </a:r>
            <a:r>
              <a:rPr lang="en-US" dirty="0"/>
              <a:t> — Web interface for writing and executing programs. </a:t>
            </a:r>
          </a:p>
          <a:p>
            <a:pPr marL="285750" indent="-285750">
              <a:buFont typeface="Arial" panose="020B0604020202020204" pitchFamily="34" charset="0"/>
              <a:buChar char="•"/>
            </a:pPr>
            <a:r>
              <a:rPr lang="en-US" b="1" dirty="0"/>
              <a:t>End-to-End Execution</a:t>
            </a:r>
            <a:r>
              <a:rPr lang="en-US" dirty="0"/>
              <a:t> — Source code can move through the complete processing pipeline to generate output.</a:t>
            </a:r>
          </a:p>
        </p:txBody>
      </p:sp>
      <p:sp>
        <p:nvSpPr>
          <p:cNvPr id="12" name="TextBox 11">
            <a:extLst>
              <a:ext uri="{FF2B5EF4-FFF2-40B4-BE49-F238E27FC236}">
                <a16:creationId xmlns:a16="http://schemas.microsoft.com/office/drawing/2014/main" id="{D0F812FD-D9BE-CD27-1352-8E3C5FAABF60}"/>
              </a:ext>
            </a:extLst>
          </p:cNvPr>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7</a:t>
            </a:r>
          </a:p>
        </p:txBody>
      </p:sp>
    </p:spTree>
    <p:extLst>
      <p:ext uri="{BB962C8B-B14F-4D97-AF65-F5344CB8AC3E}">
        <p14:creationId xmlns:p14="http://schemas.microsoft.com/office/powerpoint/2010/main" val="422177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2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74320"/>
            <a:ext cx="10972800" cy="566928"/>
          </a:xfrm>
          <a:prstGeom prst="rect">
            <a:avLst/>
          </a:prstGeom>
          <a:noFill/>
        </p:spPr>
        <p:txBody>
          <a:bodyPr wrap="none">
            <a:spAutoFit/>
          </a:bodyPr>
          <a:lstStyle/>
          <a:p>
            <a:pPr>
              <a:defRPr sz="2900" b="1">
                <a:solidFill>
                  <a:srgbClr val="122B46"/>
                </a:solidFill>
                <a:latin typeface="Arial"/>
              </a:defRPr>
            </a:pPr>
            <a:r>
              <a:rPr dirty="0"/>
              <a:t>References</a:t>
            </a:r>
          </a:p>
        </p:txBody>
      </p:sp>
      <p:sp>
        <p:nvSpPr>
          <p:cNvPr id="4" name="TextBox 3"/>
          <p:cNvSpPr txBox="1"/>
          <p:nvPr/>
        </p:nvSpPr>
        <p:spPr>
          <a:xfrm>
            <a:off x="594360" y="1115568"/>
            <a:ext cx="5440680" cy="4542269"/>
          </a:xfrm>
          <a:prstGeom prst="rect">
            <a:avLst/>
          </a:prstGeom>
          <a:noFill/>
        </p:spPr>
        <p:txBody>
          <a:bodyPr wrap="square">
            <a:spAutoFit/>
          </a:bodyPr>
          <a:lstStyle/>
          <a:p>
            <a:pPr>
              <a:spcAft>
                <a:spcPts val="700"/>
              </a:spcAft>
              <a:defRPr sz="1400">
                <a:solidFill>
                  <a:srgbClr val="141414"/>
                </a:solidFill>
                <a:latin typeface="Arial"/>
              </a:defRPr>
            </a:pPr>
            <a:r>
              <a:rPr sz="2000" b="1" dirty="0"/>
              <a:t>[1]</a:t>
            </a:r>
            <a:r>
              <a:rPr sz="2000" dirty="0"/>
              <a:t> Aho, Lam, Sethi &amp; Ullman, Compilers: Principles, Techniques, and Tools, 2nd ed., 2006.</a:t>
            </a:r>
          </a:p>
          <a:p>
            <a:pPr>
              <a:spcAft>
                <a:spcPts val="700"/>
              </a:spcAft>
              <a:defRPr sz="1400">
                <a:solidFill>
                  <a:srgbClr val="141414"/>
                </a:solidFill>
                <a:latin typeface="Arial"/>
              </a:defRPr>
            </a:pPr>
            <a:r>
              <a:rPr sz="2000" b="1" dirty="0"/>
              <a:t>[2]</a:t>
            </a:r>
            <a:r>
              <a:rPr sz="2000" dirty="0"/>
              <a:t> Cooper &amp; Torczon, Engineering a Compiler, 3rd ed., 2022.</a:t>
            </a:r>
          </a:p>
          <a:p>
            <a:pPr>
              <a:spcAft>
                <a:spcPts val="700"/>
              </a:spcAft>
              <a:defRPr sz="1400">
                <a:solidFill>
                  <a:srgbClr val="141414"/>
                </a:solidFill>
                <a:latin typeface="Arial"/>
              </a:defRPr>
            </a:pPr>
            <a:r>
              <a:rPr sz="2000" b="1" dirty="0"/>
              <a:t>[4]</a:t>
            </a:r>
            <a:r>
              <a:rPr sz="2000" dirty="0"/>
              <a:t> The Unicode Consortium, The Unicode Standard, Version 17.0.0, 2025.</a:t>
            </a:r>
          </a:p>
          <a:p>
            <a:pPr>
              <a:spcAft>
                <a:spcPts val="700"/>
              </a:spcAft>
              <a:defRPr sz="1400">
                <a:solidFill>
                  <a:srgbClr val="141414"/>
                </a:solidFill>
                <a:latin typeface="Arial"/>
              </a:defRPr>
            </a:pPr>
            <a:r>
              <a:rPr sz="2000" b="1" dirty="0"/>
              <a:t>[5]</a:t>
            </a:r>
            <a:r>
              <a:rPr sz="2000" dirty="0"/>
              <a:t> Hevner et al., Design Science in Information Systems Research, 2004.</a:t>
            </a:r>
          </a:p>
          <a:p>
            <a:pPr>
              <a:spcAft>
                <a:spcPts val="700"/>
              </a:spcAft>
              <a:defRPr sz="1400">
                <a:solidFill>
                  <a:srgbClr val="141414"/>
                </a:solidFill>
                <a:latin typeface="Arial"/>
              </a:defRPr>
            </a:pPr>
            <a:r>
              <a:rPr sz="2000" b="1" dirty="0"/>
              <a:t>[6]</a:t>
            </a:r>
            <a:r>
              <a:rPr sz="2000" dirty="0"/>
              <a:t> Peffers et al., Design Science Research Process, 2007.</a:t>
            </a:r>
          </a:p>
          <a:p>
            <a:pPr>
              <a:spcAft>
                <a:spcPts val="700"/>
              </a:spcAft>
              <a:defRPr sz="1400">
                <a:solidFill>
                  <a:srgbClr val="141414"/>
                </a:solidFill>
                <a:latin typeface="Arial"/>
              </a:defRPr>
            </a:pPr>
            <a:r>
              <a:rPr sz="2000" b="1" dirty="0"/>
              <a:t>[9]</a:t>
            </a:r>
            <a:r>
              <a:rPr sz="2000" dirty="0"/>
              <a:t> Sommerville, Software Engineering, 10th ed., 2016.</a:t>
            </a:r>
          </a:p>
        </p:txBody>
      </p:sp>
      <p:sp>
        <p:nvSpPr>
          <p:cNvPr id="5" name="TextBox 4"/>
          <p:cNvSpPr txBox="1"/>
          <p:nvPr/>
        </p:nvSpPr>
        <p:spPr>
          <a:xfrm>
            <a:off x="6172200" y="1115568"/>
            <a:ext cx="5394960" cy="5555367"/>
          </a:xfrm>
          <a:prstGeom prst="rect">
            <a:avLst/>
          </a:prstGeom>
          <a:noFill/>
        </p:spPr>
        <p:txBody>
          <a:bodyPr wrap="square">
            <a:spAutoFit/>
          </a:bodyPr>
          <a:lstStyle/>
          <a:p>
            <a:pPr>
              <a:spcAft>
                <a:spcPts val="700"/>
              </a:spcAft>
              <a:defRPr sz="1400">
                <a:solidFill>
                  <a:srgbClr val="141414"/>
                </a:solidFill>
                <a:latin typeface="Arial"/>
              </a:defRPr>
            </a:pPr>
            <a:r>
              <a:rPr sz="2000" b="1" dirty="0"/>
              <a:t>[12]</a:t>
            </a:r>
            <a:r>
              <a:rPr sz="2000" dirty="0"/>
              <a:t> Oracle, The Java Language Specification, Java SE 26 Edition, 2026.</a:t>
            </a:r>
          </a:p>
          <a:p>
            <a:pPr>
              <a:spcAft>
                <a:spcPts val="700"/>
              </a:spcAft>
              <a:defRPr sz="1400">
                <a:solidFill>
                  <a:srgbClr val="141414"/>
                </a:solidFill>
                <a:latin typeface="Arial"/>
              </a:defRPr>
            </a:pPr>
            <a:r>
              <a:rPr sz="2000" b="1" dirty="0"/>
              <a:t>[13]</a:t>
            </a:r>
            <a:r>
              <a:rPr sz="2000" dirty="0"/>
              <a:t> Oracle, Java SE 26 Documentation, 2026.</a:t>
            </a:r>
          </a:p>
          <a:p>
            <a:pPr>
              <a:spcAft>
                <a:spcPts val="700"/>
              </a:spcAft>
              <a:defRPr sz="1400">
                <a:solidFill>
                  <a:srgbClr val="141414"/>
                </a:solidFill>
                <a:latin typeface="Arial"/>
              </a:defRPr>
            </a:pPr>
            <a:r>
              <a:rPr sz="2000" b="1" dirty="0"/>
              <a:t>[14]</a:t>
            </a:r>
            <a:r>
              <a:rPr sz="2000" dirty="0"/>
              <a:t> VMware, Spring Boot Reference Documentation.</a:t>
            </a:r>
          </a:p>
          <a:p>
            <a:pPr>
              <a:spcAft>
                <a:spcPts val="700"/>
              </a:spcAft>
              <a:defRPr sz="1400">
                <a:solidFill>
                  <a:srgbClr val="141414"/>
                </a:solidFill>
                <a:latin typeface="Arial"/>
              </a:defRPr>
            </a:pPr>
            <a:r>
              <a:rPr sz="2000" b="1" dirty="0"/>
              <a:t>[15]</a:t>
            </a:r>
            <a:r>
              <a:rPr sz="2000" dirty="0"/>
              <a:t> Google, Angular Documentation.</a:t>
            </a:r>
          </a:p>
          <a:p>
            <a:pPr>
              <a:spcAft>
                <a:spcPts val="700"/>
              </a:spcAft>
              <a:defRPr sz="1400">
                <a:solidFill>
                  <a:srgbClr val="141414"/>
                </a:solidFill>
                <a:latin typeface="Arial"/>
              </a:defRPr>
            </a:pPr>
            <a:r>
              <a:rPr sz="2000" b="1" dirty="0"/>
              <a:t>[18]</a:t>
            </a:r>
            <a:r>
              <a:rPr sz="2000" dirty="0"/>
              <a:t> Guo, Non-Native English Speakers Learning Computer Programming, CHI, 2018.</a:t>
            </a:r>
          </a:p>
          <a:p>
            <a:pPr>
              <a:spcAft>
                <a:spcPts val="700"/>
              </a:spcAft>
              <a:defRPr sz="1400">
                <a:solidFill>
                  <a:srgbClr val="141414"/>
                </a:solidFill>
                <a:latin typeface="Arial"/>
              </a:defRPr>
            </a:pPr>
            <a:r>
              <a:rPr sz="2000" b="1" dirty="0"/>
              <a:t>[19]</a:t>
            </a:r>
            <a:r>
              <a:rPr sz="2000" dirty="0"/>
              <a:t> Piech &amp; Abu-El-</a:t>
            </a:r>
            <a:r>
              <a:rPr sz="2000" dirty="0" err="1"/>
              <a:t>Haija</a:t>
            </a:r>
            <a:r>
              <a:rPr sz="2000" dirty="0"/>
              <a:t>, Human Languages in Source Code, 2020.</a:t>
            </a:r>
            <a:endParaRPr lang="en-US" sz="2000" dirty="0"/>
          </a:p>
          <a:p>
            <a:r>
              <a:rPr lang="en-US" sz="2000" b="1" dirty="0"/>
              <a:t>[20]</a:t>
            </a:r>
            <a:r>
              <a:rPr lang="en-US" sz="2000" dirty="0"/>
              <a:t> C. </a:t>
            </a:r>
            <a:r>
              <a:rPr lang="en-US" sz="2000" dirty="0" err="1"/>
              <a:t>Reestman</a:t>
            </a:r>
            <a:r>
              <a:rPr lang="en-US" sz="2000" dirty="0"/>
              <a:t> and B. Dorn, “Native Language’s Effect on Java Compiler Errors,” </a:t>
            </a:r>
          </a:p>
          <a:p>
            <a:r>
              <a:rPr lang="en-US" sz="2000" b="1" dirty="0"/>
              <a:t>[21]</a:t>
            </a:r>
            <a:r>
              <a:rPr lang="en-US" sz="2000" dirty="0"/>
              <a:t> P. Perera and S. </a:t>
            </a:r>
            <a:r>
              <a:rPr lang="en-US" sz="2000" dirty="0" err="1"/>
              <a:t>Ahangama</a:t>
            </a:r>
            <a:r>
              <a:rPr lang="en-US" sz="2000" dirty="0"/>
              <a:t>, “</a:t>
            </a:r>
            <a:r>
              <a:rPr lang="en-US" sz="2000" dirty="0" err="1"/>
              <a:t>SimplyTrans</a:t>
            </a:r>
            <a:r>
              <a:rPr lang="en-US" sz="2000" dirty="0"/>
              <a:t>: A Simplified Approach to Sinhala-Based Coding and Introductory Programming Language Localization,”</a:t>
            </a:r>
            <a:endParaRPr sz="2000" dirty="0"/>
          </a:p>
        </p:txBody>
      </p:sp>
      <p:sp>
        <p:nvSpPr>
          <p:cNvPr id="6" name="TextBox 5"/>
          <p:cNvSpPr txBox="1"/>
          <p:nvPr/>
        </p:nvSpPr>
        <p:spPr>
          <a:xfrm>
            <a:off x="10972800" y="6437376"/>
            <a:ext cx="548640" cy="228600"/>
          </a:xfrm>
          <a:prstGeom prst="rect">
            <a:avLst/>
          </a:prstGeom>
          <a:noFill/>
        </p:spPr>
        <p:txBody>
          <a:bodyPr wrap="none">
            <a:spAutoFit/>
          </a:bodyPr>
          <a:lstStyle/>
          <a:p>
            <a:pPr algn="r">
              <a:defRPr sz="1000">
                <a:solidFill>
                  <a:srgbClr val="5A6269"/>
                </a:solidFill>
                <a:latin typeface="Arial"/>
              </a:defRPr>
            </a:pPr>
            <a:r>
              <a:t>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754D29-0EBC-ECA9-9EB4-1A39EB6E0290}"/>
              </a:ext>
            </a:extLst>
          </p:cNvPr>
          <p:cNvSpPr txBox="1"/>
          <p:nvPr/>
        </p:nvSpPr>
        <p:spPr>
          <a:xfrm>
            <a:off x="3328826" y="1571946"/>
            <a:ext cx="5817741" cy="2585323"/>
          </a:xfrm>
          <a:prstGeom prst="rect">
            <a:avLst/>
          </a:prstGeom>
          <a:noFill/>
        </p:spPr>
        <p:txBody>
          <a:bodyPr wrap="square">
            <a:spAutoFit/>
          </a:bodyPr>
          <a:lstStyle/>
          <a:p>
            <a:pPr algn="ctr">
              <a:defRPr sz="2900" b="1">
                <a:solidFill>
                  <a:srgbClr val="122B46"/>
                </a:solidFill>
                <a:latin typeface="Arial"/>
              </a:defRPr>
            </a:pPr>
            <a:r>
              <a:rPr lang="en-US" sz="5400" dirty="0"/>
              <a:t>Thanks</a:t>
            </a:r>
          </a:p>
          <a:p>
            <a:pPr algn="ctr">
              <a:defRPr sz="2900" b="1">
                <a:solidFill>
                  <a:srgbClr val="122B46"/>
                </a:solidFill>
                <a:latin typeface="Arial"/>
              </a:defRPr>
            </a:pPr>
            <a:endParaRPr lang="en-US" sz="5400" dirty="0"/>
          </a:p>
          <a:p>
            <a:pPr algn="ctr">
              <a:defRPr sz="2900" b="1">
                <a:solidFill>
                  <a:srgbClr val="122B46"/>
                </a:solidFill>
                <a:latin typeface="Arial"/>
              </a:defRPr>
            </a:pPr>
            <a:r>
              <a:rPr lang="en-US" sz="5400" dirty="0"/>
              <a:t>Any Question?</a:t>
            </a:r>
          </a:p>
        </p:txBody>
      </p:sp>
    </p:spTree>
    <p:extLst>
      <p:ext uri="{BB962C8B-B14F-4D97-AF65-F5344CB8AC3E}">
        <p14:creationId xmlns:p14="http://schemas.microsoft.com/office/powerpoint/2010/main" val="2852540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2399</Words>
  <Application>Microsoft Office PowerPoint</Application>
  <PresentationFormat>Widescreen</PresentationFormat>
  <Paragraphs>261</Paragraphs>
  <Slides>21</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Muzamil</cp:lastModifiedBy>
  <cp:revision>1</cp:revision>
  <dcterms:created xsi:type="dcterms:W3CDTF">2013-01-27T09:14:16Z</dcterms:created>
  <dcterms:modified xsi:type="dcterms:W3CDTF">2026-08-20T13:43:39Z</dcterms:modified>
  <cp:category/>
</cp:coreProperties>
</file>